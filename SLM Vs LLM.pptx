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5"/>
    <p:sldMasterId id="2147483657" r:id="rId6"/>
    <p:sldMasterId id="2147483658" r:id="rId7"/>
    <p:sldMasterId id="2147483659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</p:sldIdLst>
  <p:sldSz cy="5143500" cx="9144000"/>
  <p:notesSz cx="20104100" cy="11315700"/>
  <p:embeddedFontLst>
    <p:embeddedFont>
      <p:font typeface="Playfair Display"/>
      <p:regular r:id="rId25"/>
      <p:bold r:id="rId26"/>
      <p:italic r:id="rId27"/>
      <p:boldItalic r:id="rId28"/>
    </p:embeddedFont>
    <p:embeddedFont>
      <p:font typeface="Playfair Display ExtraBold"/>
      <p:bold r:id="rId29"/>
      <p:boldItalic r:id="rId30"/>
    </p:embeddedFont>
    <p:embeddedFont>
      <p:font typeface="Spectral"/>
      <p:regular r:id="rId31"/>
      <p:bold r:id="rId32"/>
      <p:italic r:id="rId33"/>
      <p:boldItalic r:id="rId34"/>
    </p:embeddedFont>
    <p:embeddedFont>
      <p:font typeface="Spectral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217021-5432-4526-B35C-AAD3F82A68CF}">
  <a:tblStyle styleId="{9D217021-5432-4526-B35C-AAD3F82A68C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26" Type="http://schemas.openxmlformats.org/officeDocument/2006/relationships/font" Target="fonts/PlayfairDisplay-bold.fntdata"/><Relationship Id="rId25" Type="http://schemas.openxmlformats.org/officeDocument/2006/relationships/font" Target="fonts/PlayfairDisplay-regular.fntdata"/><Relationship Id="rId28" Type="http://schemas.openxmlformats.org/officeDocument/2006/relationships/font" Target="fonts/PlayfairDisplay-boldItalic.fntdata"/><Relationship Id="rId27" Type="http://schemas.openxmlformats.org/officeDocument/2006/relationships/font" Target="fonts/PlayfairDisplay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layfairDisplayExtraBold-bold.fntdata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font" Target="fonts/Spectral-regular.fntdata"/><Relationship Id="rId30" Type="http://schemas.openxmlformats.org/officeDocument/2006/relationships/font" Target="fonts/PlayfairDisplayExtraBold-boldItalic.fntdata"/><Relationship Id="rId11" Type="http://schemas.openxmlformats.org/officeDocument/2006/relationships/slide" Target="slides/slide2.xml"/><Relationship Id="rId33" Type="http://schemas.openxmlformats.org/officeDocument/2006/relationships/font" Target="fonts/Spectral-italic.fntdata"/><Relationship Id="rId10" Type="http://schemas.openxmlformats.org/officeDocument/2006/relationships/slide" Target="slides/slide1.xml"/><Relationship Id="rId32" Type="http://schemas.openxmlformats.org/officeDocument/2006/relationships/font" Target="fonts/Spectral-bold.fntdata"/><Relationship Id="rId13" Type="http://schemas.openxmlformats.org/officeDocument/2006/relationships/slide" Target="slides/slide4.xml"/><Relationship Id="rId35" Type="http://schemas.openxmlformats.org/officeDocument/2006/relationships/font" Target="fonts/SpectralMedium-regular.fntdata"/><Relationship Id="rId12" Type="http://schemas.openxmlformats.org/officeDocument/2006/relationships/slide" Target="slides/slide3.xml"/><Relationship Id="rId34" Type="http://schemas.openxmlformats.org/officeDocument/2006/relationships/font" Target="fonts/Spectral-boldItalic.fntdata"/><Relationship Id="rId15" Type="http://schemas.openxmlformats.org/officeDocument/2006/relationships/slide" Target="slides/slide6.xml"/><Relationship Id="rId37" Type="http://schemas.openxmlformats.org/officeDocument/2006/relationships/font" Target="fonts/SpectralMedium-italic.fntdata"/><Relationship Id="rId14" Type="http://schemas.openxmlformats.org/officeDocument/2006/relationships/slide" Target="slides/slide5.xml"/><Relationship Id="rId36" Type="http://schemas.openxmlformats.org/officeDocument/2006/relationships/font" Target="fonts/SpectralMedium-bold.fntdata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38" Type="http://schemas.openxmlformats.org/officeDocument/2006/relationships/font" Target="fonts/SpectralMedium-boldItalic.fntdata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1350" y="848675"/>
            <a:ext cx="13403400" cy="4243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74950"/>
            <a:ext cx="16083275" cy="50920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2010400" y="5374950"/>
            <a:ext cx="16083275" cy="50920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/>
          <p:nvPr>
            <p:ph idx="2" type="sldImg"/>
          </p:nvPr>
        </p:nvSpPr>
        <p:spPr>
          <a:xfrm>
            <a:off x="3351350" y="848675"/>
            <a:ext cx="13403400" cy="4243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4098731c548_0_0:notes"/>
          <p:cNvSpPr txBox="1"/>
          <p:nvPr>
            <p:ph idx="1" type="body"/>
          </p:nvPr>
        </p:nvSpPr>
        <p:spPr>
          <a:xfrm>
            <a:off x="2010400" y="5374950"/>
            <a:ext cx="160833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4098731c548_0_0:notes"/>
          <p:cNvSpPr/>
          <p:nvPr>
            <p:ph idx="2" type="sldImg"/>
          </p:nvPr>
        </p:nvSpPr>
        <p:spPr>
          <a:xfrm>
            <a:off x="3351350" y="848675"/>
            <a:ext cx="134034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4098929bbaa_28_3:notes"/>
          <p:cNvSpPr txBox="1"/>
          <p:nvPr>
            <p:ph idx="1" type="body"/>
          </p:nvPr>
        </p:nvSpPr>
        <p:spPr>
          <a:xfrm>
            <a:off x="2010400" y="5374950"/>
            <a:ext cx="160833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4098929bbaa_28_3:notes"/>
          <p:cNvSpPr/>
          <p:nvPr>
            <p:ph idx="2" type="sldImg"/>
          </p:nvPr>
        </p:nvSpPr>
        <p:spPr>
          <a:xfrm>
            <a:off x="3351350" y="848675"/>
            <a:ext cx="134034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40979ca16bc_0_0:notes"/>
          <p:cNvSpPr txBox="1"/>
          <p:nvPr>
            <p:ph idx="1" type="body"/>
          </p:nvPr>
        </p:nvSpPr>
        <p:spPr>
          <a:xfrm>
            <a:off x="2010400" y="5374950"/>
            <a:ext cx="160833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40979ca16bc_0_0:notes"/>
          <p:cNvSpPr/>
          <p:nvPr>
            <p:ph idx="2" type="sldImg"/>
          </p:nvPr>
        </p:nvSpPr>
        <p:spPr>
          <a:xfrm>
            <a:off x="3351350" y="848675"/>
            <a:ext cx="134034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40979ca16bc_1_15:notes"/>
          <p:cNvSpPr txBox="1"/>
          <p:nvPr>
            <p:ph idx="1" type="body"/>
          </p:nvPr>
        </p:nvSpPr>
        <p:spPr>
          <a:xfrm>
            <a:off x="2010400" y="5374950"/>
            <a:ext cx="160833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40979ca16bc_1_15:notes"/>
          <p:cNvSpPr/>
          <p:nvPr>
            <p:ph idx="2" type="sldImg"/>
          </p:nvPr>
        </p:nvSpPr>
        <p:spPr>
          <a:xfrm>
            <a:off x="3351350" y="848675"/>
            <a:ext cx="134034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4098731c548_0_146:notes"/>
          <p:cNvSpPr/>
          <p:nvPr>
            <p:ph idx="2" type="sldImg"/>
          </p:nvPr>
        </p:nvSpPr>
        <p:spPr>
          <a:xfrm>
            <a:off x="3351350" y="848675"/>
            <a:ext cx="134034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4098731c548_0_146:notes"/>
          <p:cNvSpPr txBox="1"/>
          <p:nvPr>
            <p:ph idx="1" type="body"/>
          </p:nvPr>
        </p:nvSpPr>
        <p:spPr>
          <a:xfrm>
            <a:off x="2010400" y="5374950"/>
            <a:ext cx="160833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40979ca16bc_1_22:notes"/>
          <p:cNvSpPr txBox="1"/>
          <p:nvPr>
            <p:ph idx="1" type="body"/>
          </p:nvPr>
        </p:nvSpPr>
        <p:spPr>
          <a:xfrm>
            <a:off x="2010400" y="5374950"/>
            <a:ext cx="160833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40979ca16bc_1_22:notes"/>
          <p:cNvSpPr/>
          <p:nvPr>
            <p:ph idx="2" type="sldImg"/>
          </p:nvPr>
        </p:nvSpPr>
        <p:spPr>
          <a:xfrm>
            <a:off x="3351350" y="848675"/>
            <a:ext cx="134034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098929bbaa_6_82:notes"/>
          <p:cNvSpPr/>
          <p:nvPr>
            <p:ph idx="2" type="sldImg"/>
          </p:nvPr>
        </p:nvSpPr>
        <p:spPr>
          <a:xfrm>
            <a:off x="3351350" y="848675"/>
            <a:ext cx="134034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098929bbaa_6_82:notes"/>
          <p:cNvSpPr txBox="1"/>
          <p:nvPr>
            <p:ph idx="1" type="body"/>
          </p:nvPr>
        </p:nvSpPr>
        <p:spPr>
          <a:xfrm>
            <a:off x="2010400" y="5374950"/>
            <a:ext cx="160833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40979ca16bc_1_45:notes"/>
          <p:cNvSpPr txBox="1"/>
          <p:nvPr>
            <p:ph idx="1" type="body"/>
          </p:nvPr>
        </p:nvSpPr>
        <p:spPr>
          <a:xfrm>
            <a:off x="2010400" y="5374950"/>
            <a:ext cx="160833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40979ca16bc_1_45:notes"/>
          <p:cNvSpPr/>
          <p:nvPr>
            <p:ph idx="2" type="sldImg"/>
          </p:nvPr>
        </p:nvSpPr>
        <p:spPr>
          <a:xfrm>
            <a:off x="3351350" y="848675"/>
            <a:ext cx="134034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4098929bbaa_28_53:notes"/>
          <p:cNvSpPr txBox="1"/>
          <p:nvPr>
            <p:ph idx="1" type="body"/>
          </p:nvPr>
        </p:nvSpPr>
        <p:spPr>
          <a:xfrm>
            <a:off x="2010400" y="5374950"/>
            <a:ext cx="160833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4098929bbaa_28_53:notes"/>
          <p:cNvSpPr/>
          <p:nvPr>
            <p:ph idx="2" type="sldImg"/>
          </p:nvPr>
        </p:nvSpPr>
        <p:spPr>
          <a:xfrm>
            <a:off x="3351350" y="848675"/>
            <a:ext cx="134034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40979ca16bc_1_88:notes"/>
          <p:cNvSpPr txBox="1"/>
          <p:nvPr>
            <p:ph idx="1" type="body"/>
          </p:nvPr>
        </p:nvSpPr>
        <p:spPr>
          <a:xfrm>
            <a:off x="2010400" y="5374950"/>
            <a:ext cx="160833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40979ca16bc_1_88:notes"/>
          <p:cNvSpPr/>
          <p:nvPr>
            <p:ph idx="2" type="sldImg"/>
          </p:nvPr>
        </p:nvSpPr>
        <p:spPr>
          <a:xfrm>
            <a:off x="3351350" y="848675"/>
            <a:ext cx="134034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40979ca16bc_1_96:notes"/>
          <p:cNvSpPr txBox="1"/>
          <p:nvPr>
            <p:ph idx="1" type="body"/>
          </p:nvPr>
        </p:nvSpPr>
        <p:spPr>
          <a:xfrm>
            <a:off x="2010400" y="5374950"/>
            <a:ext cx="160833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40979ca16bc_1_96:notes"/>
          <p:cNvSpPr/>
          <p:nvPr>
            <p:ph idx="2" type="sldImg"/>
          </p:nvPr>
        </p:nvSpPr>
        <p:spPr>
          <a:xfrm>
            <a:off x="3351350" y="848675"/>
            <a:ext cx="134034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098929bbaa_6_8:notes"/>
          <p:cNvSpPr/>
          <p:nvPr>
            <p:ph idx="2" type="sldImg"/>
          </p:nvPr>
        </p:nvSpPr>
        <p:spPr>
          <a:xfrm>
            <a:off x="3351350" y="848675"/>
            <a:ext cx="134034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4098929bbaa_6_8:notes"/>
          <p:cNvSpPr txBox="1"/>
          <p:nvPr>
            <p:ph idx="1" type="body"/>
          </p:nvPr>
        </p:nvSpPr>
        <p:spPr>
          <a:xfrm>
            <a:off x="2010400" y="5374950"/>
            <a:ext cx="160833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40988f468b3_0_17:notes"/>
          <p:cNvSpPr/>
          <p:nvPr>
            <p:ph idx="2" type="sldImg"/>
          </p:nvPr>
        </p:nvSpPr>
        <p:spPr>
          <a:xfrm>
            <a:off x="3351350" y="848675"/>
            <a:ext cx="134034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40988f468b3_0_17:notes"/>
          <p:cNvSpPr txBox="1"/>
          <p:nvPr>
            <p:ph idx="1" type="body"/>
          </p:nvPr>
        </p:nvSpPr>
        <p:spPr>
          <a:xfrm>
            <a:off x="2010400" y="5374950"/>
            <a:ext cx="160833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6:notes"/>
          <p:cNvSpPr txBox="1"/>
          <p:nvPr>
            <p:ph idx="1" type="body"/>
          </p:nvPr>
        </p:nvSpPr>
        <p:spPr>
          <a:xfrm>
            <a:off x="2010400" y="5374950"/>
            <a:ext cx="16083275" cy="50920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6:notes"/>
          <p:cNvSpPr/>
          <p:nvPr>
            <p:ph idx="2" type="sldImg"/>
          </p:nvPr>
        </p:nvSpPr>
        <p:spPr>
          <a:xfrm>
            <a:off x="3351350" y="848675"/>
            <a:ext cx="13403400" cy="4243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Blank">
  <p:cSld name="1_Title Slide 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>
            <p:ph idx="2" type="pic"/>
          </p:nvPr>
        </p:nvSpPr>
        <p:spPr>
          <a:xfrm>
            <a:off x="4398264" y="1363547"/>
            <a:ext cx="4745736" cy="3163824"/>
          </a:xfrm>
          <a:prstGeom prst="rect">
            <a:avLst/>
          </a:prstGeom>
          <a:noFill/>
          <a:ln>
            <a:noFill/>
          </a:ln>
        </p:spPr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98914" y="2123094"/>
            <a:ext cx="3641515" cy="263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indent="-342900" lvl="1" marL="914400" algn="l"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2pPr>
            <a:lvl3pPr indent="-342900" lvl="2" marL="13716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3" type="body"/>
          </p:nvPr>
        </p:nvSpPr>
        <p:spPr>
          <a:xfrm>
            <a:off x="287452" y="2945459"/>
            <a:ext cx="29450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F4F3F9"/>
                </a:solidFill>
              </a:defRPr>
            </a:lvl1pPr>
            <a:lvl2pPr indent="-342900" lvl="1" marL="914400" algn="l">
              <a:spcBef>
                <a:spcPts val="0"/>
              </a:spcBef>
              <a:spcAft>
                <a:spcPts val="0"/>
              </a:spcAft>
              <a:buSzPts val="1800"/>
              <a:buChar char="−"/>
              <a:defRPr/>
            </a:lvl2pPr>
            <a:lvl3pPr indent="-342900" lvl="2" marL="1371600" algn="l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type="title"/>
          </p:nvPr>
        </p:nvSpPr>
        <p:spPr>
          <a:xfrm>
            <a:off x="502694" y="1408014"/>
            <a:ext cx="3641515" cy="344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Divider Slide">
  <p:cSld name="4_Divider Slid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500538" y="2228820"/>
            <a:ext cx="2650475" cy="6840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500538" y="2228820"/>
            <a:ext cx="2650475" cy="6840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hank you slide">
  <p:cSld name="5_Thank you slid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00538" y="2228820"/>
            <a:ext cx="2650475" cy="6840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Divider Slide">
  <p:cSld name="4_Divider Slid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500538" y="2228820"/>
            <a:ext cx="26505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500538" y="2228820"/>
            <a:ext cx="26505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theme" Target="../theme/theme5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32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2694" y="1408014"/>
            <a:ext cx="3641515" cy="344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F4F3F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98914" y="2123094"/>
            <a:ext cx="3641515" cy="263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808285"/>
              </a:buClr>
              <a:buSzPts val="1600"/>
              <a:buFont typeface="Noto Sans Symbols"/>
              <a:buNone/>
              <a:defRPr b="0" i="0" sz="1600" u="none" cap="none" strike="noStrike">
                <a:solidFill>
                  <a:srgbClr val="F0378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808285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808285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808285"/>
              </a:buClr>
              <a:buSzPts val="1200"/>
              <a:buFont typeface="Courier New"/>
              <a:buChar char="o"/>
              <a:defRPr b="0" i="0" sz="12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808285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91953" y="215901"/>
            <a:ext cx="1315391" cy="362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9254" y="483747"/>
            <a:ext cx="1083878" cy="17508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/>
          <p:nvPr/>
        </p:nvSpPr>
        <p:spPr>
          <a:xfrm>
            <a:off x="287451" y="1366682"/>
            <a:ext cx="46789" cy="1052668"/>
          </a:xfrm>
          <a:custGeom>
            <a:rect b="b" l="l" r="r" t="t"/>
            <a:pathLst>
              <a:path extrusionOk="0" h="1728470" w="102870">
                <a:moveTo>
                  <a:pt x="54357" y="0"/>
                </a:moveTo>
                <a:lnTo>
                  <a:pt x="48387" y="0"/>
                </a:lnTo>
                <a:lnTo>
                  <a:pt x="29599" y="3819"/>
                </a:lnTo>
                <a:lnTo>
                  <a:pt x="14213" y="14219"/>
                </a:lnTo>
                <a:lnTo>
                  <a:pt x="3818" y="29608"/>
                </a:lnTo>
                <a:lnTo>
                  <a:pt x="0" y="48398"/>
                </a:lnTo>
                <a:lnTo>
                  <a:pt x="0" y="1679614"/>
                </a:lnTo>
                <a:lnTo>
                  <a:pt x="3818" y="1698404"/>
                </a:lnTo>
                <a:lnTo>
                  <a:pt x="14213" y="1713793"/>
                </a:lnTo>
                <a:lnTo>
                  <a:pt x="29599" y="1724193"/>
                </a:lnTo>
                <a:lnTo>
                  <a:pt x="48387" y="1728012"/>
                </a:lnTo>
                <a:lnTo>
                  <a:pt x="54357" y="1728012"/>
                </a:lnTo>
                <a:lnTo>
                  <a:pt x="73151" y="1724193"/>
                </a:lnTo>
                <a:lnTo>
                  <a:pt x="88540" y="1713793"/>
                </a:lnTo>
                <a:lnTo>
                  <a:pt x="98937" y="1698404"/>
                </a:lnTo>
                <a:lnTo>
                  <a:pt x="102755" y="1679614"/>
                </a:lnTo>
                <a:lnTo>
                  <a:pt x="102755" y="48398"/>
                </a:lnTo>
                <a:lnTo>
                  <a:pt x="98937" y="29608"/>
                </a:lnTo>
                <a:lnTo>
                  <a:pt x="88540" y="14219"/>
                </a:lnTo>
                <a:lnTo>
                  <a:pt x="73151" y="3819"/>
                </a:lnTo>
                <a:lnTo>
                  <a:pt x="54357" y="0"/>
                </a:lnTo>
                <a:close/>
              </a:path>
            </a:pathLst>
          </a:custGeom>
          <a:solidFill>
            <a:srgbClr val="F4F3F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129">
          <p15:clr>
            <a:srgbClr val="F26B43"/>
          </p15:clr>
        </p15:guide>
        <p15:guide id="4" pos="5631">
          <p15:clr>
            <a:srgbClr val="F26B43"/>
          </p15:clr>
        </p15:guide>
        <p15:guide id="5" orient="horz" pos="424">
          <p15:clr>
            <a:srgbClr val="F26B43"/>
          </p15:clr>
        </p15:guide>
        <p15:guide id="6" orient="horz" pos="294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323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332378" y="2197485"/>
            <a:ext cx="44189" cy="746702"/>
          </a:xfrm>
          <a:custGeom>
            <a:rect b="b" l="l" r="r" t="t"/>
            <a:pathLst>
              <a:path extrusionOk="0" h="1642745" w="97155">
                <a:moveTo>
                  <a:pt x="48398" y="0"/>
                </a:moveTo>
                <a:lnTo>
                  <a:pt x="29604" y="3818"/>
                </a:lnTo>
                <a:lnTo>
                  <a:pt x="14215" y="14213"/>
                </a:lnTo>
                <a:lnTo>
                  <a:pt x="3818" y="29599"/>
                </a:lnTo>
                <a:lnTo>
                  <a:pt x="0" y="48387"/>
                </a:lnTo>
                <a:lnTo>
                  <a:pt x="0" y="1594067"/>
                </a:lnTo>
                <a:lnTo>
                  <a:pt x="3818" y="1612855"/>
                </a:lnTo>
                <a:lnTo>
                  <a:pt x="14215" y="1628241"/>
                </a:lnTo>
                <a:lnTo>
                  <a:pt x="29604" y="1638636"/>
                </a:lnTo>
                <a:lnTo>
                  <a:pt x="48398" y="1642454"/>
                </a:lnTo>
                <a:lnTo>
                  <a:pt x="67192" y="1638636"/>
                </a:lnTo>
                <a:lnTo>
                  <a:pt x="82580" y="1628241"/>
                </a:lnTo>
                <a:lnTo>
                  <a:pt x="92977" y="1612855"/>
                </a:lnTo>
                <a:lnTo>
                  <a:pt x="96796" y="1594067"/>
                </a:lnTo>
                <a:lnTo>
                  <a:pt x="96796" y="48387"/>
                </a:lnTo>
                <a:lnTo>
                  <a:pt x="92977" y="29599"/>
                </a:lnTo>
                <a:lnTo>
                  <a:pt x="82580" y="14213"/>
                </a:lnTo>
                <a:lnTo>
                  <a:pt x="67192" y="3818"/>
                </a:lnTo>
                <a:lnTo>
                  <a:pt x="48398" y="0"/>
                </a:lnTo>
                <a:close/>
              </a:path>
            </a:pathLst>
          </a:custGeom>
          <a:solidFill>
            <a:srgbClr val="F0378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500538" y="2228820"/>
            <a:ext cx="2650475" cy="6840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19" name="Google Shape;19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91953" y="215901"/>
            <a:ext cx="1315391" cy="362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9254" y="483747"/>
            <a:ext cx="1083878" cy="17508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129">
          <p15:clr>
            <a:srgbClr val="F26B43"/>
          </p15:clr>
        </p15:guide>
        <p15:guide id="4" pos="5631">
          <p15:clr>
            <a:srgbClr val="F26B43"/>
          </p15:clr>
        </p15:guide>
        <p15:guide id="5" orient="horz" pos="424">
          <p15:clr>
            <a:srgbClr val="F26B43"/>
          </p15:clr>
        </p15:guide>
        <p15:guide id="6" orient="horz" pos="294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323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/>
          <p:nvPr/>
        </p:nvSpPr>
        <p:spPr>
          <a:xfrm>
            <a:off x="332378" y="2197485"/>
            <a:ext cx="44189" cy="746702"/>
          </a:xfrm>
          <a:custGeom>
            <a:rect b="b" l="l" r="r" t="t"/>
            <a:pathLst>
              <a:path extrusionOk="0" h="1642745" w="97155">
                <a:moveTo>
                  <a:pt x="48398" y="0"/>
                </a:moveTo>
                <a:lnTo>
                  <a:pt x="29604" y="3818"/>
                </a:lnTo>
                <a:lnTo>
                  <a:pt x="14215" y="14213"/>
                </a:lnTo>
                <a:lnTo>
                  <a:pt x="3818" y="29599"/>
                </a:lnTo>
                <a:lnTo>
                  <a:pt x="0" y="48387"/>
                </a:lnTo>
                <a:lnTo>
                  <a:pt x="0" y="1594067"/>
                </a:lnTo>
                <a:lnTo>
                  <a:pt x="3818" y="1612855"/>
                </a:lnTo>
                <a:lnTo>
                  <a:pt x="14215" y="1628241"/>
                </a:lnTo>
                <a:lnTo>
                  <a:pt x="29604" y="1638636"/>
                </a:lnTo>
                <a:lnTo>
                  <a:pt x="48398" y="1642454"/>
                </a:lnTo>
                <a:lnTo>
                  <a:pt x="67192" y="1638636"/>
                </a:lnTo>
                <a:lnTo>
                  <a:pt x="82580" y="1628241"/>
                </a:lnTo>
                <a:lnTo>
                  <a:pt x="92977" y="1612855"/>
                </a:lnTo>
                <a:lnTo>
                  <a:pt x="96796" y="1594067"/>
                </a:lnTo>
                <a:lnTo>
                  <a:pt x="96796" y="48387"/>
                </a:lnTo>
                <a:lnTo>
                  <a:pt x="92977" y="29599"/>
                </a:lnTo>
                <a:lnTo>
                  <a:pt x="82580" y="14213"/>
                </a:lnTo>
                <a:lnTo>
                  <a:pt x="67192" y="3818"/>
                </a:lnTo>
                <a:lnTo>
                  <a:pt x="48398" y="0"/>
                </a:lnTo>
                <a:close/>
              </a:path>
            </a:pathLst>
          </a:custGeom>
          <a:solidFill>
            <a:srgbClr val="F0378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7"/>
          <p:cNvSpPr txBox="1"/>
          <p:nvPr>
            <p:ph type="title"/>
          </p:nvPr>
        </p:nvSpPr>
        <p:spPr>
          <a:xfrm>
            <a:off x="500538" y="2228820"/>
            <a:ext cx="2650475" cy="6840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7"/>
          <p:cNvSpPr txBox="1"/>
          <p:nvPr/>
        </p:nvSpPr>
        <p:spPr>
          <a:xfrm>
            <a:off x="291953" y="4857750"/>
            <a:ext cx="2165336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F03782"/>
                </a:solidFill>
                <a:latin typeface="Calibri"/>
                <a:ea typeface="Calibri"/>
                <a:cs typeface="Calibri"/>
                <a:sym typeface="Calibri"/>
              </a:rPr>
              <a:t>Copyright © 2021 Tata Consultancy Services Limited</a:t>
            </a:r>
            <a:endParaRPr b="0"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91953" y="215901"/>
            <a:ext cx="1315391" cy="362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9254" y="483747"/>
            <a:ext cx="1083878" cy="17508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3"/>
    <p:sldLayoutId id="2147483653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129">
          <p15:clr>
            <a:srgbClr val="F26B43"/>
          </p15:clr>
        </p15:guide>
        <p15:guide id="4" pos="5631">
          <p15:clr>
            <a:srgbClr val="F26B43"/>
          </p15:clr>
        </p15:guide>
        <p15:guide id="5" orient="horz" pos="424">
          <p15:clr>
            <a:srgbClr val="F26B43"/>
          </p15:clr>
        </p15:guide>
        <p15:guide id="6" orient="horz" pos="294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32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332378" y="2197485"/>
            <a:ext cx="44206" cy="747449"/>
          </a:xfrm>
          <a:custGeom>
            <a:rect b="b" l="l" r="r" t="t"/>
            <a:pathLst>
              <a:path extrusionOk="0" h="1642745" w="97155">
                <a:moveTo>
                  <a:pt x="48398" y="0"/>
                </a:moveTo>
                <a:lnTo>
                  <a:pt x="29604" y="3818"/>
                </a:lnTo>
                <a:lnTo>
                  <a:pt x="14215" y="14213"/>
                </a:lnTo>
                <a:lnTo>
                  <a:pt x="3818" y="29599"/>
                </a:lnTo>
                <a:lnTo>
                  <a:pt x="0" y="48387"/>
                </a:lnTo>
                <a:lnTo>
                  <a:pt x="0" y="1594067"/>
                </a:lnTo>
                <a:lnTo>
                  <a:pt x="3818" y="1612855"/>
                </a:lnTo>
                <a:lnTo>
                  <a:pt x="14215" y="1628241"/>
                </a:lnTo>
                <a:lnTo>
                  <a:pt x="29604" y="1638636"/>
                </a:lnTo>
                <a:lnTo>
                  <a:pt x="48398" y="1642454"/>
                </a:lnTo>
                <a:lnTo>
                  <a:pt x="67192" y="1638636"/>
                </a:lnTo>
                <a:lnTo>
                  <a:pt x="82580" y="1628241"/>
                </a:lnTo>
                <a:lnTo>
                  <a:pt x="92977" y="1612855"/>
                </a:lnTo>
                <a:lnTo>
                  <a:pt x="96796" y="1594067"/>
                </a:lnTo>
                <a:lnTo>
                  <a:pt x="96796" y="48387"/>
                </a:lnTo>
                <a:lnTo>
                  <a:pt x="92977" y="29599"/>
                </a:lnTo>
                <a:lnTo>
                  <a:pt x="82580" y="14213"/>
                </a:lnTo>
                <a:lnTo>
                  <a:pt x="67192" y="3818"/>
                </a:lnTo>
                <a:lnTo>
                  <a:pt x="48398" y="0"/>
                </a:lnTo>
                <a:close/>
              </a:path>
            </a:pathLst>
          </a:custGeom>
          <a:solidFill>
            <a:srgbClr val="F0378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500538" y="2228820"/>
            <a:ext cx="26505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38" name="Google Shape;38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91953" y="215901"/>
            <a:ext cx="1315391" cy="362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9254" y="483747"/>
            <a:ext cx="1083878" cy="17508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3"/>
    <p:sldLayoutId id="2147483655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129">
          <p15:clr>
            <a:srgbClr val="F26B43"/>
          </p15:clr>
        </p15:guide>
        <p15:guide id="4" pos="5631">
          <p15:clr>
            <a:srgbClr val="F26B43"/>
          </p15:clr>
        </p15:guide>
        <p15:guide id="5" orient="horz" pos="424">
          <p15:clr>
            <a:srgbClr val="F26B43"/>
          </p15:clr>
        </p15:guide>
        <p15:guide id="6" orient="horz" pos="29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jpg"/><Relationship Id="rId4" Type="http://schemas.openxmlformats.org/officeDocument/2006/relationships/image" Target="../media/image20.png"/><Relationship Id="rId5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type="title"/>
          </p:nvPr>
        </p:nvSpPr>
        <p:spPr>
          <a:xfrm>
            <a:off x="565594" y="1143939"/>
            <a:ext cx="3641400" cy="14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2D5CE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Small Language Model </a:t>
            </a:r>
            <a:endParaRPr>
              <a:solidFill>
                <a:srgbClr val="22D5CE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2D5CE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Vs </a:t>
            </a:r>
            <a:endParaRPr>
              <a:solidFill>
                <a:srgbClr val="22D5CE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2D5CE"/>
                </a:solidFill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Large Language Model</a:t>
            </a:r>
            <a:endParaRPr>
              <a:solidFill>
                <a:srgbClr val="22D5CE"/>
              </a:solidFill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grpSp>
        <p:nvGrpSpPr>
          <p:cNvPr id="49" name="Google Shape;49;p13"/>
          <p:cNvGrpSpPr/>
          <p:nvPr/>
        </p:nvGrpSpPr>
        <p:grpSpPr>
          <a:xfrm>
            <a:off x="5121510" y="976917"/>
            <a:ext cx="3495685" cy="3452836"/>
            <a:chOff x="4983185" y="685367"/>
            <a:chExt cx="3495685" cy="3452836"/>
          </a:xfrm>
        </p:grpSpPr>
        <p:grpSp>
          <p:nvGrpSpPr>
            <p:cNvPr id="50" name="Google Shape;50;p13"/>
            <p:cNvGrpSpPr/>
            <p:nvPr/>
          </p:nvGrpSpPr>
          <p:grpSpPr>
            <a:xfrm>
              <a:off x="4983185" y="1899991"/>
              <a:ext cx="3495685" cy="2238213"/>
              <a:chOff x="2401342" y="248706"/>
              <a:chExt cx="5620073" cy="3598413"/>
            </a:xfrm>
          </p:grpSpPr>
          <p:sp>
            <p:nvSpPr>
              <p:cNvPr id="51" name="Google Shape;51;p13"/>
              <p:cNvSpPr/>
              <p:nvPr/>
            </p:nvSpPr>
            <p:spPr>
              <a:xfrm>
                <a:off x="4283968" y="941198"/>
                <a:ext cx="957000" cy="957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1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13"/>
              <p:cNvSpPr/>
              <p:nvPr/>
            </p:nvSpPr>
            <p:spPr>
              <a:xfrm>
                <a:off x="4080672" y="1386488"/>
                <a:ext cx="491100" cy="491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1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13"/>
              <p:cNvSpPr/>
              <p:nvPr/>
            </p:nvSpPr>
            <p:spPr>
              <a:xfrm>
                <a:off x="3485352" y="1717923"/>
                <a:ext cx="1190700" cy="1190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1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13"/>
              <p:cNvSpPr/>
              <p:nvPr/>
            </p:nvSpPr>
            <p:spPr>
              <a:xfrm>
                <a:off x="2886827" y="1894030"/>
                <a:ext cx="1190700" cy="1190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1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13"/>
              <p:cNvSpPr/>
              <p:nvPr/>
            </p:nvSpPr>
            <p:spPr>
              <a:xfrm>
                <a:off x="2401342" y="2516235"/>
                <a:ext cx="784800" cy="78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1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13"/>
              <p:cNvSpPr/>
              <p:nvPr/>
            </p:nvSpPr>
            <p:spPr>
              <a:xfrm>
                <a:off x="3017096" y="2797485"/>
                <a:ext cx="784800" cy="78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1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13"/>
              <p:cNvSpPr/>
              <p:nvPr/>
            </p:nvSpPr>
            <p:spPr>
              <a:xfrm>
                <a:off x="3562974" y="2003019"/>
                <a:ext cx="1844100" cy="1844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1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13"/>
              <p:cNvSpPr/>
              <p:nvPr/>
            </p:nvSpPr>
            <p:spPr>
              <a:xfrm>
                <a:off x="4999309" y="3011131"/>
                <a:ext cx="784800" cy="78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1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13"/>
              <p:cNvSpPr/>
              <p:nvPr/>
            </p:nvSpPr>
            <p:spPr>
              <a:xfrm>
                <a:off x="5653222" y="2981733"/>
                <a:ext cx="784800" cy="78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1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13"/>
              <p:cNvSpPr/>
              <p:nvPr/>
            </p:nvSpPr>
            <p:spPr>
              <a:xfrm>
                <a:off x="6035666" y="2445747"/>
                <a:ext cx="1363200" cy="1363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1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13"/>
              <p:cNvSpPr/>
              <p:nvPr/>
            </p:nvSpPr>
            <p:spPr>
              <a:xfrm>
                <a:off x="7037784" y="2729409"/>
                <a:ext cx="784800" cy="78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1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13"/>
              <p:cNvSpPr/>
              <p:nvPr/>
            </p:nvSpPr>
            <p:spPr>
              <a:xfrm>
                <a:off x="6658215" y="1725625"/>
                <a:ext cx="1363200" cy="1363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1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13"/>
              <p:cNvSpPr/>
              <p:nvPr/>
            </p:nvSpPr>
            <p:spPr>
              <a:xfrm>
                <a:off x="4702059" y="880592"/>
                <a:ext cx="1040100" cy="1040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1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13"/>
              <p:cNvSpPr/>
              <p:nvPr/>
            </p:nvSpPr>
            <p:spPr>
              <a:xfrm>
                <a:off x="5200227" y="1153449"/>
                <a:ext cx="1040100" cy="1040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1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13"/>
              <p:cNvSpPr/>
              <p:nvPr/>
            </p:nvSpPr>
            <p:spPr>
              <a:xfrm>
                <a:off x="5945245" y="1484448"/>
                <a:ext cx="701100" cy="701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1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3"/>
              <p:cNvSpPr/>
              <p:nvPr/>
            </p:nvSpPr>
            <p:spPr>
              <a:xfrm>
                <a:off x="6121822" y="1792219"/>
                <a:ext cx="1040100" cy="1040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1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13"/>
              <p:cNvSpPr/>
              <p:nvPr/>
            </p:nvSpPr>
            <p:spPr>
              <a:xfrm>
                <a:off x="4251327" y="1369850"/>
                <a:ext cx="2136000" cy="2136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1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3"/>
              <p:cNvSpPr/>
              <p:nvPr/>
            </p:nvSpPr>
            <p:spPr>
              <a:xfrm>
                <a:off x="4765704" y="248706"/>
                <a:ext cx="608700" cy="1216200"/>
              </a:xfrm>
              <a:prstGeom prst="trapezoid">
                <a:avLst>
                  <a:gd fmla="val 25000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1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" name="Google Shape;69;p13"/>
            <p:cNvGrpSpPr/>
            <p:nvPr/>
          </p:nvGrpSpPr>
          <p:grpSpPr>
            <a:xfrm>
              <a:off x="6270783" y="685367"/>
              <a:ext cx="783529" cy="1506174"/>
              <a:chOff x="5304862" y="-789923"/>
              <a:chExt cx="645890" cy="1241591"/>
            </a:xfrm>
          </p:grpSpPr>
          <p:grpSp>
            <p:nvGrpSpPr>
              <p:cNvPr id="70" name="Google Shape;70;p13"/>
              <p:cNvGrpSpPr/>
              <p:nvPr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71" name="Google Shape;71;p13"/>
                <p:cNvSpPr/>
                <p:nvPr/>
              </p:nvSpPr>
              <p:spPr>
                <a:xfrm>
                  <a:off x="5868144" y="-853769"/>
                  <a:ext cx="495969" cy="1049255"/>
                </a:xfrm>
                <a:custGeom>
                  <a:rect b="b" l="l" r="r" t="t"/>
                  <a:pathLst>
                    <a:path extrusionOk="0" h="1049255" w="495969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18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" name="Google Shape;72;p13"/>
                <p:cNvSpPr/>
                <p:nvPr/>
              </p:nvSpPr>
              <p:spPr>
                <a:xfrm>
                  <a:off x="5939427" y="102551"/>
                  <a:ext cx="364003" cy="92935"/>
                </a:xfrm>
                <a:custGeom>
                  <a:rect b="b" l="l" r="r" t="t"/>
                  <a:pathLst>
                    <a:path extrusionOk="0" h="92935" w="364003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18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" name="Google Shape;73;p13"/>
                <p:cNvSpPr/>
                <p:nvPr/>
              </p:nvSpPr>
              <p:spPr>
                <a:xfrm>
                  <a:off x="5893989" y="-857099"/>
                  <a:ext cx="444279" cy="350537"/>
                </a:xfrm>
                <a:custGeom>
                  <a:rect b="b" l="l" r="r" t="t"/>
                  <a:pathLst>
                    <a:path extrusionOk="0" h="350537" w="444279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18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4" name="Google Shape;74;p13"/>
              <p:cNvSpPr/>
              <p:nvPr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1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3"/>
              <p:cNvSpPr/>
              <p:nvPr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1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3"/>
              <p:cNvSpPr/>
              <p:nvPr/>
            </p:nvSpPr>
            <p:spPr>
              <a:xfrm>
                <a:off x="5304862" y="-1556"/>
                <a:ext cx="143653" cy="453224"/>
              </a:xfrm>
              <a:custGeom>
                <a:rect b="b" l="l" r="r" t="t"/>
                <a:pathLst>
                  <a:path extrusionOk="0" h="453224" w="143653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1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3"/>
              <p:cNvSpPr/>
              <p:nvPr/>
            </p:nvSpPr>
            <p:spPr>
              <a:xfrm flipH="1">
                <a:off x="5807099" y="-1556"/>
                <a:ext cx="143653" cy="453224"/>
              </a:xfrm>
              <a:custGeom>
                <a:rect b="b" l="l" r="r" t="t"/>
                <a:pathLst>
                  <a:path extrusionOk="0" h="453224" w="143653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18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8" name="Google Shape;78;p13"/>
          <p:cNvGrpSpPr/>
          <p:nvPr/>
        </p:nvGrpSpPr>
        <p:grpSpPr>
          <a:xfrm>
            <a:off x="2232816" y="3392307"/>
            <a:ext cx="1722648" cy="748195"/>
            <a:chOff x="2853303" y="1464074"/>
            <a:chExt cx="4151960" cy="1803314"/>
          </a:xfrm>
        </p:grpSpPr>
        <p:sp>
          <p:nvSpPr>
            <p:cNvPr id="79" name="Google Shape;79;p13"/>
            <p:cNvSpPr/>
            <p:nvPr/>
          </p:nvSpPr>
          <p:spPr>
            <a:xfrm>
              <a:off x="4462881" y="1464074"/>
              <a:ext cx="2542382" cy="1803314"/>
            </a:xfrm>
            <a:custGeom>
              <a:rect b="b" l="l" r="r" t="t"/>
              <a:pathLst>
                <a:path extrusionOk="0" h="2594697" w="3658104">
                  <a:moveTo>
                    <a:pt x="3658104" y="1440326"/>
                  </a:moveTo>
                  <a:cubicBezTo>
                    <a:pt x="3651817" y="1466208"/>
                    <a:pt x="3646698" y="1492383"/>
                    <a:pt x="3639022" y="1517826"/>
                  </a:cubicBezTo>
                  <a:cubicBezTo>
                    <a:pt x="3578923" y="1717498"/>
                    <a:pt x="3441837" y="1843106"/>
                    <a:pt x="3252108" y="1916804"/>
                  </a:cubicBezTo>
                  <a:cubicBezTo>
                    <a:pt x="3211531" y="1932596"/>
                    <a:pt x="3168978" y="1943344"/>
                    <a:pt x="3127596" y="1956358"/>
                  </a:cubicBezTo>
                  <a:cubicBezTo>
                    <a:pt x="3123136" y="1999275"/>
                    <a:pt x="3122698" y="2043582"/>
                    <a:pt x="3113339" y="2085841"/>
                  </a:cubicBezTo>
                  <a:cubicBezTo>
                    <a:pt x="3063038" y="2312711"/>
                    <a:pt x="2914472" y="2453746"/>
                    <a:pt x="2703029" y="2528175"/>
                  </a:cubicBezTo>
                  <a:cubicBezTo>
                    <a:pt x="2449473" y="2617446"/>
                    <a:pt x="2208932" y="2579866"/>
                    <a:pt x="1985352" y="2427937"/>
                  </a:cubicBezTo>
                  <a:cubicBezTo>
                    <a:pt x="1951793" y="2449798"/>
                    <a:pt x="1918088" y="2473632"/>
                    <a:pt x="1882628" y="2494397"/>
                  </a:cubicBezTo>
                  <a:cubicBezTo>
                    <a:pt x="1592297" y="2664311"/>
                    <a:pt x="1203116" y="2614083"/>
                    <a:pt x="976977" y="2376027"/>
                  </a:cubicBezTo>
                  <a:cubicBezTo>
                    <a:pt x="942907" y="2340201"/>
                    <a:pt x="914319" y="2298308"/>
                    <a:pt x="888145" y="2256121"/>
                  </a:cubicBezTo>
                  <a:cubicBezTo>
                    <a:pt x="873523" y="2232506"/>
                    <a:pt x="861532" y="2226803"/>
                    <a:pt x="833968" y="2231701"/>
                  </a:cubicBezTo>
                  <a:cubicBezTo>
                    <a:pt x="600665" y="2273083"/>
                    <a:pt x="387248" y="2227168"/>
                    <a:pt x="204100" y="2073046"/>
                  </a:cubicBezTo>
                  <a:cubicBezTo>
                    <a:pt x="-51942" y="1857582"/>
                    <a:pt x="-68466" y="1511611"/>
                    <a:pt x="162352" y="1269388"/>
                  </a:cubicBezTo>
                  <a:cubicBezTo>
                    <a:pt x="167324" y="1264124"/>
                    <a:pt x="171930" y="1258567"/>
                    <a:pt x="177560" y="1252133"/>
                  </a:cubicBezTo>
                  <a:cubicBezTo>
                    <a:pt x="134643" y="1169662"/>
                    <a:pt x="107517" y="1083169"/>
                    <a:pt x="110369" y="989511"/>
                  </a:cubicBezTo>
                  <a:cubicBezTo>
                    <a:pt x="117168" y="765566"/>
                    <a:pt x="233491" y="610128"/>
                    <a:pt x="421099" y="502433"/>
                  </a:cubicBezTo>
                  <a:cubicBezTo>
                    <a:pt x="556066" y="425006"/>
                    <a:pt x="703681" y="399709"/>
                    <a:pt x="858023" y="411114"/>
                  </a:cubicBezTo>
                  <a:cubicBezTo>
                    <a:pt x="874546" y="412357"/>
                    <a:pt x="886390" y="413600"/>
                    <a:pt x="895383" y="393494"/>
                  </a:cubicBezTo>
                  <a:cubicBezTo>
                    <a:pt x="998984" y="161872"/>
                    <a:pt x="1187543" y="47085"/>
                    <a:pt x="1430059" y="7311"/>
                  </a:cubicBezTo>
                  <a:cubicBezTo>
                    <a:pt x="1439344" y="5776"/>
                    <a:pt x="1448337" y="2486"/>
                    <a:pt x="1457403" y="0"/>
                  </a:cubicBezTo>
                  <a:cubicBezTo>
                    <a:pt x="1510995" y="0"/>
                    <a:pt x="1564660" y="0"/>
                    <a:pt x="1618252" y="0"/>
                  </a:cubicBezTo>
                  <a:cubicBezTo>
                    <a:pt x="1627391" y="2413"/>
                    <a:pt x="1636383" y="5703"/>
                    <a:pt x="1645669" y="7092"/>
                  </a:cubicBezTo>
                  <a:cubicBezTo>
                    <a:pt x="1820409" y="32901"/>
                    <a:pt x="1971315" y="104698"/>
                    <a:pt x="2088587" y="239226"/>
                  </a:cubicBezTo>
                  <a:cubicBezTo>
                    <a:pt x="2104819" y="257870"/>
                    <a:pt x="2116590" y="254945"/>
                    <a:pt x="2135014" y="247122"/>
                  </a:cubicBezTo>
                  <a:cubicBezTo>
                    <a:pt x="2309535" y="172839"/>
                    <a:pt x="2488662" y="160922"/>
                    <a:pt x="2670786" y="213417"/>
                  </a:cubicBezTo>
                  <a:cubicBezTo>
                    <a:pt x="2956658" y="295815"/>
                    <a:pt x="3145290" y="531532"/>
                    <a:pt x="3140903" y="782821"/>
                  </a:cubicBezTo>
                  <a:cubicBezTo>
                    <a:pt x="3140757" y="792253"/>
                    <a:pt x="3154063" y="806363"/>
                    <a:pt x="3164299" y="810677"/>
                  </a:cubicBezTo>
                  <a:cubicBezTo>
                    <a:pt x="3193398" y="822887"/>
                    <a:pt x="3224910" y="829102"/>
                    <a:pt x="3254009" y="841165"/>
                  </a:cubicBezTo>
                  <a:cubicBezTo>
                    <a:pt x="3442494" y="919104"/>
                    <a:pt x="3581263" y="1044785"/>
                    <a:pt x="3639899" y="1246504"/>
                  </a:cubicBezTo>
                  <a:cubicBezTo>
                    <a:pt x="3646553" y="1269534"/>
                    <a:pt x="3651963" y="1292930"/>
                    <a:pt x="3657958" y="1316107"/>
                  </a:cubicBezTo>
                  <a:cubicBezTo>
                    <a:pt x="3658104" y="1357489"/>
                    <a:pt x="3658104" y="1398871"/>
                    <a:pt x="3658104" y="1440326"/>
                  </a:cubicBezTo>
                  <a:close/>
                  <a:moveTo>
                    <a:pt x="2443039" y="2463104"/>
                  </a:moveTo>
                  <a:cubicBezTo>
                    <a:pt x="2594383" y="2459595"/>
                    <a:pt x="2734468" y="2420918"/>
                    <a:pt x="2853861" y="2324774"/>
                  </a:cubicBezTo>
                  <a:cubicBezTo>
                    <a:pt x="2981736" y="2221758"/>
                    <a:pt x="3051120" y="2092348"/>
                    <a:pt x="3023776" y="1922653"/>
                  </a:cubicBezTo>
                  <a:cubicBezTo>
                    <a:pt x="3016904" y="1880174"/>
                    <a:pt x="3036205" y="1856120"/>
                    <a:pt x="3079050" y="1849174"/>
                  </a:cubicBezTo>
                  <a:cubicBezTo>
                    <a:pt x="3188792" y="1831335"/>
                    <a:pt x="3290127" y="1793243"/>
                    <a:pt x="3379909" y="1726271"/>
                  </a:cubicBezTo>
                  <a:cubicBezTo>
                    <a:pt x="3593180" y="1567250"/>
                    <a:pt x="3626374" y="1304921"/>
                    <a:pt x="3456020" y="1106931"/>
                  </a:cubicBezTo>
                  <a:cubicBezTo>
                    <a:pt x="3364409" y="1000478"/>
                    <a:pt x="3244577" y="941330"/>
                    <a:pt x="3108441" y="913620"/>
                  </a:cubicBezTo>
                  <a:cubicBezTo>
                    <a:pt x="3045856" y="900899"/>
                    <a:pt x="3036278" y="885399"/>
                    <a:pt x="3042347" y="820694"/>
                  </a:cubicBezTo>
                  <a:cubicBezTo>
                    <a:pt x="3045929" y="782382"/>
                    <a:pt x="3047391" y="741951"/>
                    <a:pt x="3039422" y="704736"/>
                  </a:cubicBezTo>
                  <a:cubicBezTo>
                    <a:pt x="3003670" y="537746"/>
                    <a:pt x="2894731" y="428588"/>
                    <a:pt x="2745362" y="359716"/>
                  </a:cubicBezTo>
                  <a:cubicBezTo>
                    <a:pt x="2543716" y="266643"/>
                    <a:pt x="2340169" y="269421"/>
                    <a:pt x="2139109" y="365784"/>
                  </a:cubicBezTo>
                  <a:cubicBezTo>
                    <a:pt x="2087125" y="390716"/>
                    <a:pt x="2081057" y="388742"/>
                    <a:pt x="2044428" y="344289"/>
                  </a:cubicBezTo>
                  <a:cubicBezTo>
                    <a:pt x="2022055" y="317164"/>
                    <a:pt x="1998659" y="289893"/>
                    <a:pt x="1971680" y="267594"/>
                  </a:cubicBezTo>
                  <a:cubicBezTo>
                    <a:pt x="1799499" y="125462"/>
                    <a:pt x="1601436" y="82106"/>
                    <a:pt x="1386118" y="129337"/>
                  </a:cubicBezTo>
                  <a:cubicBezTo>
                    <a:pt x="1182205" y="174009"/>
                    <a:pt x="1028229" y="283825"/>
                    <a:pt x="960746" y="491831"/>
                  </a:cubicBezTo>
                  <a:cubicBezTo>
                    <a:pt x="950364" y="523855"/>
                    <a:pt x="928284" y="533286"/>
                    <a:pt x="895383" y="528607"/>
                  </a:cubicBezTo>
                  <a:cubicBezTo>
                    <a:pt x="717061" y="503310"/>
                    <a:pt x="550655" y="535845"/>
                    <a:pt x="402016" y="639739"/>
                  </a:cubicBezTo>
                  <a:cubicBezTo>
                    <a:pt x="215871" y="769880"/>
                    <a:pt x="131426" y="1000844"/>
                    <a:pt x="272753" y="1217551"/>
                  </a:cubicBezTo>
                  <a:cubicBezTo>
                    <a:pt x="302364" y="1262954"/>
                    <a:pt x="295783" y="1286862"/>
                    <a:pt x="250600" y="1327367"/>
                  </a:cubicBezTo>
                  <a:cubicBezTo>
                    <a:pt x="33746" y="1521847"/>
                    <a:pt x="39815" y="1808596"/>
                    <a:pt x="268366" y="1989917"/>
                  </a:cubicBezTo>
                  <a:cubicBezTo>
                    <a:pt x="440401" y="2126419"/>
                    <a:pt x="636856" y="2163780"/>
                    <a:pt x="850053" y="2115013"/>
                  </a:cubicBezTo>
                  <a:cubicBezTo>
                    <a:pt x="915051" y="2100171"/>
                    <a:pt x="918121" y="2102876"/>
                    <a:pt x="948902" y="2160709"/>
                  </a:cubicBezTo>
                  <a:cubicBezTo>
                    <a:pt x="971567" y="2203334"/>
                    <a:pt x="997156" y="2246032"/>
                    <a:pt x="1029326" y="2281565"/>
                  </a:cubicBezTo>
                  <a:cubicBezTo>
                    <a:pt x="1254149" y="2530076"/>
                    <a:pt x="1673671" y="2550694"/>
                    <a:pt x="1936878" y="2328211"/>
                  </a:cubicBezTo>
                  <a:cubicBezTo>
                    <a:pt x="1978040" y="2293409"/>
                    <a:pt x="1986302" y="2292751"/>
                    <a:pt x="2028050" y="2324848"/>
                  </a:cubicBezTo>
                  <a:cubicBezTo>
                    <a:pt x="2150515" y="2418944"/>
                    <a:pt x="2290452" y="2459741"/>
                    <a:pt x="2443039" y="246310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1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3430795" y="2067644"/>
              <a:ext cx="973608" cy="666188"/>
            </a:xfrm>
            <a:custGeom>
              <a:rect b="b" l="l" r="r" t="t"/>
              <a:pathLst>
                <a:path extrusionOk="0" h="958544" w="1400875">
                  <a:moveTo>
                    <a:pt x="1269220" y="632077"/>
                  </a:moveTo>
                  <a:cubicBezTo>
                    <a:pt x="1285524" y="779838"/>
                    <a:pt x="1205393" y="881758"/>
                    <a:pt x="1057046" y="894041"/>
                  </a:cubicBezTo>
                  <a:cubicBezTo>
                    <a:pt x="1007476" y="898135"/>
                    <a:pt x="956443" y="884244"/>
                    <a:pt x="905995" y="880149"/>
                  </a:cubicBezTo>
                  <a:cubicBezTo>
                    <a:pt x="893492" y="879126"/>
                    <a:pt x="876969" y="879857"/>
                    <a:pt x="868342" y="887022"/>
                  </a:cubicBezTo>
                  <a:cubicBezTo>
                    <a:pt x="753262" y="982142"/>
                    <a:pt x="585321" y="983092"/>
                    <a:pt x="468048" y="885633"/>
                  </a:cubicBezTo>
                  <a:cubicBezTo>
                    <a:pt x="447723" y="868744"/>
                    <a:pt x="431419" y="866916"/>
                    <a:pt x="406560" y="872107"/>
                  </a:cubicBezTo>
                  <a:cubicBezTo>
                    <a:pt x="281464" y="898281"/>
                    <a:pt x="171575" y="868670"/>
                    <a:pt x="86179" y="770699"/>
                  </a:cubicBezTo>
                  <a:cubicBezTo>
                    <a:pt x="34195" y="711039"/>
                    <a:pt x="23814" y="640924"/>
                    <a:pt x="48379" y="565252"/>
                  </a:cubicBezTo>
                  <a:cubicBezTo>
                    <a:pt x="51889" y="554431"/>
                    <a:pt x="52766" y="537469"/>
                    <a:pt x="46698" y="529719"/>
                  </a:cubicBezTo>
                  <a:cubicBezTo>
                    <a:pt x="-51786" y="404403"/>
                    <a:pt x="9849" y="228712"/>
                    <a:pt x="190657" y="193399"/>
                  </a:cubicBezTo>
                  <a:cubicBezTo>
                    <a:pt x="219318" y="187769"/>
                    <a:pt x="232186" y="176802"/>
                    <a:pt x="242348" y="148654"/>
                  </a:cubicBezTo>
                  <a:cubicBezTo>
                    <a:pt x="275834" y="55654"/>
                    <a:pt x="352164" y="15880"/>
                    <a:pt x="444213" y="3232"/>
                  </a:cubicBezTo>
                  <a:cubicBezTo>
                    <a:pt x="518642" y="-7004"/>
                    <a:pt x="590147" y="7034"/>
                    <a:pt x="654925" y="45930"/>
                  </a:cubicBezTo>
                  <a:cubicBezTo>
                    <a:pt x="673496" y="57043"/>
                    <a:pt x="686510" y="54484"/>
                    <a:pt x="704276" y="45637"/>
                  </a:cubicBezTo>
                  <a:cubicBezTo>
                    <a:pt x="823670" y="-13877"/>
                    <a:pt x="970627" y="8350"/>
                    <a:pt x="1067429" y="99229"/>
                  </a:cubicBezTo>
                  <a:cubicBezTo>
                    <a:pt x="1074520" y="105882"/>
                    <a:pt x="1081320" y="112901"/>
                    <a:pt x="1087608" y="120286"/>
                  </a:cubicBezTo>
                  <a:cubicBezTo>
                    <a:pt x="1145440" y="187988"/>
                    <a:pt x="1145659" y="187477"/>
                    <a:pt x="1231348" y="222132"/>
                  </a:cubicBezTo>
                  <a:cubicBezTo>
                    <a:pt x="1307970" y="253132"/>
                    <a:pt x="1367776" y="301972"/>
                    <a:pt x="1392196" y="384735"/>
                  </a:cubicBezTo>
                  <a:cubicBezTo>
                    <a:pt x="1415666" y="464356"/>
                    <a:pt x="1390880" y="542733"/>
                    <a:pt x="1325810" y="593839"/>
                  </a:cubicBezTo>
                  <a:cubicBezTo>
                    <a:pt x="1307751" y="607876"/>
                    <a:pt x="1287791" y="619574"/>
                    <a:pt x="1269220" y="632077"/>
                  </a:cubicBezTo>
                  <a:close/>
                  <a:moveTo>
                    <a:pt x="1009596" y="827946"/>
                  </a:moveTo>
                  <a:cubicBezTo>
                    <a:pt x="1063627" y="823706"/>
                    <a:pt x="1112758" y="811789"/>
                    <a:pt x="1154871" y="779546"/>
                  </a:cubicBezTo>
                  <a:cubicBezTo>
                    <a:pt x="1195157" y="748692"/>
                    <a:pt x="1218772" y="708480"/>
                    <a:pt x="1206855" y="655839"/>
                  </a:cubicBezTo>
                  <a:cubicBezTo>
                    <a:pt x="1190770" y="584992"/>
                    <a:pt x="1189893" y="585211"/>
                    <a:pt x="1254379" y="552530"/>
                  </a:cubicBezTo>
                  <a:cubicBezTo>
                    <a:pt x="1355274" y="501351"/>
                    <a:pt x="1366022" y="401040"/>
                    <a:pt x="1277994" y="329901"/>
                  </a:cubicBezTo>
                  <a:cubicBezTo>
                    <a:pt x="1233029" y="293564"/>
                    <a:pt x="1180315" y="275724"/>
                    <a:pt x="1123360" y="271995"/>
                  </a:cubicBezTo>
                  <a:cubicBezTo>
                    <a:pt x="1095065" y="270167"/>
                    <a:pt x="1084098" y="257373"/>
                    <a:pt x="1072327" y="231929"/>
                  </a:cubicBezTo>
                  <a:cubicBezTo>
                    <a:pt x="1056608" y="197932"/>
                    <a:pt x="1035112" y="162326"/>
                    <a:pt x="1006452" y="139368"/>
                  </a:cubicBezTo>
                  <a:cubicBezTo>
                    <a:pt x="923030" y="72689"/>
                    <a:pt x="803052" y="69911"/>
                    <a:pt x="712611" y="127231"/>
                  </a:cubicBezTo>
                  <a:cubicBezTo>
                    <a:pt x="688484" y="142512"/>
                    <a:pt x="669986" y="142366"/>
                    <a:pt x="646882" y="125038"/>
                  </a:cubicBezTo>
                  <a:cubicBezTo>
                    <a:pt x="591901" y="83949"/>
                    <a:pt x="528512" y="69911"/>
                    <a:pt x="460737" y="75833"/>
                  </a:cubicBezTo>
                  <a:cubicBezTo>
                    <a:pt x="380751" y="82779"/>
                    <a:pt x="305299" y="129059"/>
                    <a:pt x="299376" y="190328"/>
                  </a:cubicBezTo>
                  <a:cubicBezTo>
                    <a:pt x="293308" y="253205"/>
                    <a:pt x="261211" y="260955"/>
                    <a:pt x="210398" y="267023"/>
                  </a:cubicBezTo>
                  <a:cubicBezTo>
                    <a:pt x="149129" y="274335"/>
                    <a:pt x="95756" y="302995"/>
                    <a:pt x="71410" y="365214"/>
                  </a:cubicBezTo>
                  <a:cubicBezTo>
                    <a:pt x="48087" y="424728"/>
                    <a:pt x="79233" y="468230"/>
                    <a:pt x="119299" y="507419"/>
                  </a:cubicBezTo>
                  <a:cubicBezTo>
                    <a:pt x="142841" y="530450"/>
                    <a:pt x="133775" y="553042"/>
                    <a:pt x="120469" y="576730"/>
                  </a:cubicBezTo>
                  <a:cubicBezTo>
                    <a:pt x="86837" y="636683"/>
                    <a:pt x="92832" y="686985"/>
                    <a:pt x="143353" y="734069"/>
                  </a:cubicBezTo>
                  <a:cubicBezTo>
                    <a:pt x="219025" y="804477"/>
                    <a:pt x="308296" y="824803"/>
                    <a:pt x="406779" y="793510"/>
                  </a:cubicBezTo>
                  <a:cubicBezTo>
                    <a:pt x="440338" y="782836"/>
                    <a:pt x="463223" y="782397"/>
                    <a:pt x="489982" y="811569"/>
                  </a:cubicBezTo>
                  <a:cubicBezTo>
                    <a:pt x="576036" y="905446"/>
                    <a:pt x="761816" y="907128"/>
                    <a:pt x="835075" y="815810"/>
                  </a:cubicBezTo>
                  <a:cubicBezTo>
                    <a:pt x="854816" y="791171"/>
                    <a:pt x="875361" y="788392"/>
                    <a:pt x="905044" y="800310"/>
                  </a:cubicBezTo>
                  <a:cubicBezTo>
                    <a:pt x="938238" y="813543"/>
                    <a:pt x="974575" y="819027"/>
                    <a:pt x="1009596" y="8279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1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2853303" y="2477404"/>
              <a:ext cx="558332" cy="485684"/>
            </a:xfrm>
            <a:custGeom>
              <a:rect b="b" l="l" r="r" t="t"/>
              <a:pathLst>
                <a:path extrusionOk="0" h="698826" w="803355">
                  <a:moveTo>
                    <a:pt x="803355" y="398362"/>
                  </a:moveTo>
                  <a:cubicBezTo>
                    <a:pt x="799699" y="459630"/>
                    <a:pt x="767530" y="508470"/>
                    <a:pt x="709112" y="542614"/>
                  </a:cubicBezTo>
                  <a:cubicBezTo>
                    <a:pt x="694344" y="551241"/>
                    <a:pt x="678990" y="566522"/>
                    <a:pt x="673360" y="582094"/>
                  </a:cubicBezTo>
                  <a:cubicBezTo>
                    <a:pt x="634976" y="688767"/>
                    <a:pt x="531813" y="728686"/>
                    <a:pt x="430991" y="675167"/>
                  </a:cubicBezTo>
                  <a:cubicBezTo>
                    <a:pt x="420462" y="669611"/>
                    <a:pt x="403427" y="668587"/>
                    <a:pt x="392314" y="672974"/>
                  </a:cubicBezTo>
                  <a:cubicBezTo>
                    <a:pt x="310281" y="704998"/>
                    <a:pt x="238484" y="683210"/>
                    <a:pt x="187378" y="611047"/>
                  </a:cubicBezTo>
                  <a:cubicBezTo>
                    <a:pt x="179701" y="600153"/>
                    <a:pt x="164347" y="590283"/>
                    <a:pt x="151260" y="588309"/>
                  </a:cubicBezTo>
                  <a:cubicBezTo>
                    <a:pt x="25506" y="569958"/>
                    <a:pt x="-37298" y="444057"/>
                    <a:pt x="23312" y="332048"/>
                  </a:cubicBezTo>
                  <a:cubicBezTo>
                    <a:pt x="32232" y="315598"/>
                    <a:pt x="36911" y="293956"/>
                    <a:pt x="35595" y="275239"/>
                  </a:cubicBezTo>
                  <a:cubicBezTo>
                    <a:pt x="28942" y="181216"/>
                    <a:pt x="90869" y="102400"/>
                    <a:pt x="184527" y="91214"/>
                  </a:cubicBezTo>
                  <a:cubicBezTo>
                    <a:pt x="206168" y="88655"/>
                    <a:pt x="221375" y="82879"/>
                    <a:pt x="235779" y="64162"/>
                  </a:cubicBezTo>
                  <a:cubicBezTo>
                    <a:pt x="296097" y="-14727"/>
                    <a:pt x="399844" y="-21673"/>
                    <a:pt x="472446" y="47785"/>
                  </a:cubicBezTo>
                  <a:cubicBezTo>
                    <a:pt x="488092" y="62773"/>
                    <a:pt x="501618" y="67379"/>
                    <a:pt x="523113" y="64674"/>
                  </a:cubicBezTo>
                  <a:cubicBezTo>
                    <a:pt x="615674" y="53122"/>
                    <a:pt x="694417" y="114171"/>
                    <a:pt x="706261" y="207098"/>
                  </a:cubicBezTo>
                  <a:cubicBezTo>
                    <a:pt x="709039" y="228739"/>
                    <a:pt x="717520" y="241169"/>
                    <a:pt x="734263" y="253598"/>
                  </a:cubicBezTo>
                  <a:cubicBezTo>
                    <a:pt x="780105" y="287668"/>
                    <a:pt x="802990" y="334461"/>
                    <a:pt x="803355" y="398362"/>
                  </a:cubicBezTo>
                  <a:close/>
                  <a:moveTo>
                    <a:pt x="514632" y="635760"/>
                  </a:moveTo>
                  <a:cubicBezTo>
                    <a:pt x="575023" y="630130"/>
                    <a:pt x="613115" y="595767"/>
                    <a:pt x="618087" y="535887"/>
                  </a:cubicBezTo>
                  <a:cubicBezTo>
                    <a:pt x="620426" y="507958"/>
                    <a:pt x="628981" y="490118"/>
                    <a:pt x="659615" y="486024"/>
                  </a:cubicBezTo>
                  <a:cubicBezTo>
                    <a:pt x="673506" y="484196"/>
                    <a:pt x="687910" y="477616"/>
                    <a:pt x="699681" y="469647"/>
                  </a:cubicBezTo>
                  <a:cubicBezTo>
                    <a:pt x="762485" y="427241"/>
                    <a:pt x="751957" y="336800"/>
                    <a:pt x="679428" y="300244"/>
                  </a:cubicBezTo>
                  <a:cubicBezTo>
                    <a:pt x="655959" y="288400"/>
                    <a:pt x="640825" y="279919"/>
                    <a:pt x="645431" y="246652"/>
                  </a:cubicBezTo>
                  <a:cubicBezTo>
                    <a:pt x="655740" y="172004"/>
                    <a:pt x="582188" y="114098"/>
                    <a:pt x="509953" y="138079"/>
                  </a:cubicBezTo>
                  <a:cubicBezTo>
                    <a:pt x="479830" y="148096"/>
                    <a:pt x="461040" y="143782"/>
                    <a:pt x="441592" y="117534"/>
                  </a:cubicBezTo>
                  <a:cubicBezTo>
                    <a:pt x="389462" y="47273"/>
                    <a:pt x="305675" y="54657"/>
                    <a:pt x="265755" y="132888"/>
                  </a:cubicBezTo>
                  <a:cubicBezTo>
                    <a:pt x="253765" y="156431"/>
                    <a:pt x="240239" y="164108"/>
                    <a:pt x="214503" y="161329"/>
                  </a:cubicBezTo>
                  <a:cubicBezTo>
                    <a:pt x="131666" y="152263"/>
                    <a:pt x="85824" y="206659"/>
                    <a:pt x="103005" y="287157"/>
                  </a:cubicBezTo>
                  <a:cubicBezTo>
                    <a:pt x="106954" y="305508"/>
                    <a:pt x="102275" y="331829"/>
                    <a:pt x="90942" y="346159"/>
                  </a:cubicBezTo>
                  <a:cubicBezTo>
                    <a:pt x="62062" y="382715"/>
                    <a:pt x="52265" y="419637"/>
                    <a:pt x="73980" y="460873"/>
                  </a:cubicBezTo>
                  <a:cubicBezTo>
                    <a:pt x="95841" y="502328"/>
                    <a:pt x="131593" y="523312"/>
                    <a:pt x="179335" y="516805"/>
                  </a:cubicBezTo>
                  <a:cubicBezTo>
                    <a:pt x="207192" y="513003"/>
                    <a:pt x="221303" y="524189"/>
                    <a:pt x="232123" y="549121"/>
                  </a:cubicBezTo>
                  <a:cubicBezTo>
                    <a:pt x="263415" y="621503"/>
                    <a:pt x="324026" y="640073"/>
                    <a:pt x="388585" y="596205"/>
                  </a:cubicBezTo>
                  <a:cubicBezTo>
                    <a:pt x="412420" y="579974"/>
                    <a:pt x="428505" y="582753"/>
                    <a:pt x="449854" y="599642"/>
                  </a:cubicBezTo>
                  <a:cubicBezTo>
                    <a:pt x="469083" y="614703"/>
                    <a:pt x="492917" y="623915"/>
                    <a:pt x="514632" y="63576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1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" name="Google Shape;82;p13"/>
            <p:cNvGrpSpPr/>
            <p:nvPr/>
          </p:nvGrpSpPr>
          <p:grpSpPr>
            <a:xfrm>
              <a:off x="5247025" y="1823114"/>
              <a:ext cx="863011" cy="1087108"/>
              <a:chOff x="6803210" y="2144238"/>
              <a:chExt cx="1306405" cy="1645638"/>
            </a:xfrm>
          </p:grpSpPr>
          <p:sp>
            <p:nvSpPr>
              <p:cNvPr id="83" name="Google Shape;83;p13"/>
              <p:cNvSpPr/>
              <p:nvPr/>
            </p:nvSpPr>
            <p:spPr>
              <a:xfrm flipH="1">
                <a:off x="7253217" y="3472481"/>
                <a:ext cx="407104" cy="72705"/>
              </a:xfrm>
              <a:custGeom>
                <a:rect b="b" l="l" r="r" t="t"/>
                <a:pathLst>
                  <a:path extrusionOk="0" h="164304" w="920008">
                    <a:moveTo>
                      <a:pt x="852708" y="0"/>
                    </a:moveTo>
                    <a:lnTo>
                      <a:pt x="67299" y="0"/>
                    </a:lnTo>
                    <a:cubicBezTo>
                      <a:pt x="30131" y="0"/>
                      <a:pt x="0" y="30131"/>
                      <a:pt x="0" y="67299"/>
                    </a:cubicBezTo>
                    <a:lnTo>
                      <a:pt x="0" y="97005"/>
                    </a:lnTo>
                    <a:cubicBezTo>
                      <a:pt x="0" y="134173"/>
                      <a:pt x="30131" y="164304"/>
                      <a:pt x="67299" y="164304"/>
                    </a:cubicBezTo>
                    <a:lnTo>
                      <a:pt x="852708" y="164304"/>
                    </a:lnTo>
                    <a:cubicBezTo>
                      <a:pt x="889877" y="164304"/>
                      <a:pt x="920008" y="134173"/>
                      <a:pt x="920008" y="97005"/>
                    </a:cubicBezTo>
                    <a:lnTo>
                      <a:pt x="920008" y="67299"/>
                    </a:lnTo>
                    <a:cubicBezTo>
                      <a:pt x="920008" y="30131"/>
                      <a:pt x="889877" y="0"/>
                      <a:pt x="8527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1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3"/>
              <p:cNvSpPr/>
              <p:nvPr/>
            </p:nvSpPr>
            <p:spPr>
              <a:xfrm flipH="1">
                <a:off x="7296871" y="3673561"/>
                <a:ext cx="319866" cy="116315"/>
              </a:xfrm>
              <a:custGeom>
                <a:rect b="b" l="l" r="r" t="t"/>
                <a:pathLst>
                  <a:path extrusionOk="0" h="262858" w="722862">
                    <a:moveTo>
                      <a:pt x="722862" y="0"/>
                    </a:moveTo>
                    <a:lnTo>
                      <a:pt x="0" y="0"/>
                    </a:lnTo>
                    <a:lnTo>
                      <a:pt x="0" y="131429"/>
                    </a:lnTo>
                    <a:cubicBezTo>
                      <a:pt x="0" y="204015"/>
                      <a:pt x="161818" y="262858"/>
                      <a:pt x="361431" y="262858"/>
                    </a:cubicBezTo>
                    <a:cubicBezTo>
                      <a:pt x="561044" y="262858"/>
                      <a:pt x="722862" y="204015"/>
                      <a:pt x="722862" y="13142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1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3"/>
              <p:cNvSpPr/>
              <p:nvPr/>
            </p:nvSpPr>
            <p:spPr>
              <a:xfrm flipH="1">
                <a:off x="7267769" y="3573021"/>
                <a:ext cx="378025" cy="72705"/>
              </a:xfrm>
              <a:custGeom>
                <a:rect b="b" l="l" r="r" t="t"/>
                <a:pathLst>
                  <a:path extrusionOk="0" h="164306" w="854293">
                    <a:moveTo>
                      <a:pt x="786994" y="0"/>
                    </a:moveTo>
                    <a:lnTo>
                      <a:pt x="67299" y="0"/>
                    </a:lnTo>
                    <a:cubicBezTo>
                      <a:pt x="30131" y="0"/>
                      <a:pt x="0" y="30131"/>
                      <a:pt x="0" y="67299"/>
                    </a:cubicBezTo>
                    <a:lnTo>
                      <a:pt x="0" y="97007"/>
                    </a:lnTo>
                    <a:cubicBezTo>
                      <a:pt x="0" y="134174"/>
                      <a:pt x="30131" y="164306"/>
                      <a:pt x="67299" y="164306"/>
                    </a:cubicBezTo>
                    <a:lnTo>
                      <a:pt x="786994" y="164306"/>
                    </a:lnTo>
                    <a:cubicBezTo>
                      <a:pt x="824162" y="164306"/>
                      <a:pt x="854293" y="134174"/>
                      <a:pt x="854293" y="97007"/>
                    </a:cubicBezTo>
                    <a:lnTo>
                      <a:pt x="854293" y="67299"/>
                    </a:lnTo>
                    <a:cubicBezTo>
                      <a:pt x="854293" y="30131"/>
                      <a:pt x="824162" y="0"/>
                      <a:pt x="7869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1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3"/>
              <p:cNvSpPr/>
              <p:nvPr/>
            </p:nvSpPr>
            <p:spPr>
              <a:xfrm flipH="1">
                <a:off x="7238668" y="3371941"/>
                <a:ext cx="436182" cy="72705"/>
              </a:xfrm>
              <a:custGeom>
                <a:rect b="b" l="l" r="r" t="t"/>
                <a:pathLst>
                  <a:path extrusionOk="0" h="164305" w="985723">
                    <a:moveTo>
                      <a:pt x="918424" y="0"/>
                    </a:moveTo>
                    <a:lnTo>
                      <a:pt x="67300" y="0"/>
                    </a:lnTo>
                    <a:cubicBezTo>
                      <a:pt x="30131" y="0"/>
                      <a:pt x="0" y="30130"/>
                      <a:pt x="0" y="67298"/>
                    </a:cubicBezTo>
                    <a:lnTo>
                      <a:pt x="0" y="97006"/>
                    </a:lnTo>
                    <a:cubicBezTo>
                      <a:pt x="0" y="134173"/>
                      <a:pt x="30131" y="164305"/>
                      <a:pt x="67300" y="164305"/>
                    </a:cubicBezTo>
                    <a:lnTo>
                      <a:pt x="918424" y="164305"/>
                    </a:lnTo>
                    <a:cubicBezTo>
                      <a:pt x="955592" y="164305"/>
                      <a:pt x="985723" y="134173"/>
                      <a:pt x="985723" y="97006"/>
                    </a:cubicBezTo>
                    <a:lnTo>
                      <a:pt x="985723" y="67298"/>
                    </a:lnTo>
                    <a:cubicBezTo>
                      <a:pt x="985723" y="30130"/>
                      <a:pt x="955592" y="0"/>
                      <a:pt x="9184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1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3"/>
              <p:cNvSpPr/>
              <p:nvPr/>
            </p:nvSpPr>
            <p:spPr>
              <a:xfrm flipH="1">
                <a:off x="6803210" y="2144238"/>
                <a:ext cx="1306405" cy="580612"/>
              </a:xfrm>
              <a:custGeom>
                <a:rect b="b" l="l" r="r" t="t"/>
                <a:pathLst>
                  <a:path extrusionOk="0" h="1312117" w="2952328">
                    <a:moveTo>
                      <a:pt x="0" y="1083508"/>
                    </a:moveTo>
                    <a:lnTo>
                      <a:pt x="0" y="1312117"/>
                    </a:lnTo>
                    <a:lnTo>
                      <a:pt x="326584" y="1266395"/>
                    </a:lnTo>
                    <a:lnTo>
                      <a:pt x="326584" y="1129230"/>
                    </a:lnTo>
                    <a:close/>
                    <a:moveTo>
                      <a:pt x="2952328" y="1083508"/>
                    </a:moveTo>
                    <a:lnTo>
                      <a:pt x="2625744" y="1129230"/>
                    </a:lnTo>
                    <a:lnTo>
                      <a:pt x="2625744" y="1266395"/>
                    </a:lnTo>
                    <a:lnTo>
                      <a:pt x="2952328" y="1312117"/>
                    </a:lnTo>
                    <a:close/>
                    <a:moveTo>
                      <a:pt x="602354" y="225997"/>
                    </a:moveTo>
                    <a:lnTo>
                      <a:pt x="427229" y="372943"/>
                    </a:lnTo>
                    <a:lnTo>
                      <a:pt x="672178" y="593732"/>
                    </a:lnTo>
                    <a:lnTo>
                      <a:pt x="777253" y="505564"/>
                    </a:lnTo>
                    <a:close/>
                    <a:moveTo>
                      <a:pt x="2333760" y="225997"/>
                    </a:moveTo>
                    <a:lnTo>
                      <a:pt x="2158860" y="505564"/>
                    </a:lnTo>
                    <a:lnTo>
                      <a:pt x="2263935" y="593732"/>
                    </a:lnTo>
                    <a:lnTo>
                      <a:pt x="2508884" y="372943"/>
                    </a:lnTo>
                    <a:close/>
                    <a:moveTo>
                      <a:pt x="1614138" y="0"/>
                    </a:moveTo>
                    <a:lnTo>
                      <a:pt x="1385529" y="0"/>
                    </a:lnTo>
                    <a:lnTo>
                      <a:pt x="1431251" y="326584"/>
                    </a:lnTo>
                    <a:lnTo>
                      <a:pt x="1568416" y="32658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1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3"/>
              <p:cNvSpPr/>
              <p:nvPr/>
            </p:nvSpPr>
            <p:spPr>
              <a:xfrm flipH="1">
                <a:off x="7022375" y="2349405"/>
                <a:ext cx="868424" cy="958039"/>
              </a:xfrm>
              <a:custGeom>
                <a:rect b="b" l="l" r="r" t="t"/>
                <a:pathLst>
                  <a:path extrusionOk="0" h="2165060" w="1962541">
                    <a:moveTo>
                      <a:pt x="983432" y="198538"/>
                    </a:moveTo>
                    <a:cubicBezTo>
                      <a:pt x="1424692" y="199056"/>
                      <a:pt x="1782226" y="556942"/>
                      <a:pt x="1782226" y="998335"/>
                    </a:cubicBezTo>
                    <a:cubicBezTo>
                      <a:pt x="1782226" y="1297141"/>
                      <a:pt x="1568968" y="1592048"/>
                      <a:pt x="1401058" y="1726777"/>
                    </a:cubicBezTo>
                    <a:cubicBezTo>
                      <a:pt x="1324499" y="1815355"/>
                      <a:pt x="1330568" y="1817170"/>
                      <a:pt x="1299456" y="1930538"/>
                    </a:cubicBezTo>
                    <a:cubicBezTo>
                      <a:pt x="1287062" y="2010030"/>
                      <a:pt x="1312171" y="2017975"/>
                      <a:pt x="1240941" y="2022107"/>
                    </a:cubicBezTo>
                    <a:lnTo>
                      <a:pt x="1199256" y="2021773"/>
                    </a:lnTo>
                    <a:lnTo>
                      <a:pt x="1196081" y="2038665"/>
                    </a:lnTo>
                    <a:lnTo>
                      <a:pt x="738881" y="2038665"/>
                    </a:lnTo>
                    <a:lnTo>
                      <a:pt x="735747" y="2021994"/>
                    </a:lnTo>
                    <a:lnTo>
                      <a:pt x="721599" y="2022107"/>
                    </a:lnTo>
                    <a:cubicBezTo>
                      <a:pt x="650369" y="2017975"/>
                      <a:pt x="675479" y="2010030"/>
                      <a:pt x="663084" y="1930538"/>
                    </a:cubicBezTo>
                    <a:cubicBezTo>
                      <a:pt x="631973" y="1817170"/>
                      <a:pt x="638043" y="1815355"/>
                      <a:pt x="561482" y="1726777"/>
                    </a:cubicBezTo>
                    <a:cubicBezTo>
                      <a:pt x="393573" y="1592048"/>
                      <a:pt x="180314" y="1297141"/>
                      <a:pt x="180314" y="998335"/>
                    </a:cubicBezTo>
                    <a:cubicBezTo>
                      <a:pt x="180314" y="556942"/>
                      <a:pt x="537849" y="199056"/>
                      <a:pt x="979110" y="198538"/>
                    </a:cubicBezTo>
                    <a:lnTo>
                      <a:pt x="979110" y="198736"/>
                    </a:lnTo>
                    <a:lnTo>
                      <a:pt x="981272" y="198569"/>
                    </a:lnTo>
                    <a:lnTo>
                      <a:pt x="983432" y="198736"/>
                    </a:lnTo>
                    <a:close/>
                    <a:moveTo>
                      <a:pt x="983110" y="0"/>
                    </a:moveTo>
                    <a:lnTo>
                      <a:pt x="981272" y="142"/>
                    </a:lnTo>
                    <a:lnTo>
                      <a:pt x="979432" y="0"/>
                    </a:lnTo>
                    <a:cubicBezTo>
                      <a:pt x="438507" y="0"/>
                      <a:pt x="0" y="438506"/>
                      <a:pt x="0" y="979431"/>
                    </a:cubicBezTo>
                    <a:cubicBezTo>
                      <a:pt x="0" y="1345477"/>
                      <a:pt x="261357" y="1706742"/>
                      <a:pt x="466993" y="1871641"/>
                    </a:cubicBezTo>
                    <a:cubicBezTo>
                      <a:pt x="528256" y="1942221"/>
                      <a:pt x="501219" y="1979308"/>
                      <a:pt x="514383" y="2071318"/>
                    </a:cubicBezTo>
                    <a:cubicBezTo>
                      <a:pt x="548609" y="2142347"/>
                      <a:pt x="579223" y="2165060"/>
                      <a:pt x="639719" y="2165060"/>
                    </a:cubicBezTo>
                    <a:lnTo>
                      <a:pt x="981272" y="2163837"/>
                    </a:lnTo>
                    <a:lnTo>
                      <a:pt x="1322821" y="2165060"/>
                    </a:lnTo>
                    <a:cubicBezTo>
                      <a:pt x="1383319" y="2165060"/>
                      <a:pt x="1413932" y="2142347"/>
                      <a:pt x="1448157" y="2071318"/>
                    </a:cubicBezTo>
                    <a:cubicBezTo>
                      <a:pt x="1461321" y="1979308"/>
                      <a:pt x="1434285" y="1942221"/>
                      <a:pt x="1495548" y="1871641"/>
                    </a:cubicBezTo>
                    <a:cubicBezTo>
                      <a:pt x="1701183" y="1706742"/>
                      <a:pt x="1962541" y="1345477"/>
                      <a:pt x="1962541" y="979431"/>
                    </a:cubicBezTo>
                    <a:cubicBezTo>
                      <a:pt x="1962541" y="438506"/>
                      <a:pt x="1524034" y="0"/>
                      <a:pt x="9831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1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3"/>
              <p:cNvSpPr/>
              <p:nvPr/>
            </p:nvSpPr>
            <p:spPr>
              <a:xfrm>
                <a:off x="7295982" y="2781927"/>
                <a:ext cx="314667" cy="479525"/>
              </a:xfrm>
              <a:custGeom>
                <a:rect b="b" l="l" r="r" t="t"/>
                <a:pathLst>
                  <a:path extrusionOk="0" h="993834" w="652160">
                    <a:moveTo>
                      <a:pt x="198701" y="0"/>
                    </a:moveTo>
                    <a:cubicBezTo>
                      <a:pt x="224613" y="0"/>
                      <a:pt x="248174" y="10856"/>
                      <a:pt x="265274" y="29005"/>
                    </a:cubicBezTo>
                    <a:cubicBezTo>
                      <a:pt x="282373" y="10856"/>
                      <a:pt x="305935" y="0"/>
                      <a:pt x="331846" y="0"/>
                    </a:cubicBezTo>
                    <a:cubicBezTo>
                      <a:pt x="357757" y="0"/>
                      <a:pt x="381319" y="10856"/>
                      <a:pt x="398419" y="29005"/>
                    </a:cubicBezTo>
                    <a:cubicBezTo>
                      <a:pt x="415518" y="10856"/>
                      <a:pt x="439080" y="0"/>
                      <a:pt x="464991" y="0"/>
                    </a:cubicBezTo>
                    <a:cubicBezTo>
                      <a:pt x="493781" y="0"/>
                      <a:pt x="519672" y="13403"/>
                      <a:pt x="536964" y="35278"/>
                    </a:cubicBezTo>
                    <a:cubicBezTo>
                      <a:pt x="547749" y="12292"/>
                      <a:pt x="572873" y="-1398"/>
                      <a:pt x="599292" y="2787"/>
                    </a:cubicBezTo>
                    <a:lnTo>
                      <a:pt x="601385" y="3119"/>
                    </a:lnTo>
                    <a:cubicBezTo>
                      <a:pt x="634213" y="8318"/>
                      <a:pt x="656609" y="39145"/>
                      <a:pt x="651411" y="71971"/>
                    </a:cubicBezTo>
                    <a:lnTo>
                      <a:pt x="505401" y="993834"/>
                    </a:lnTo>
                    <a:lnTo>
                      <a:pt x="381396" y="993834"/>
                    </a:lnTo>
                    <a:lnTo>
                      <a:pt x="507063" y="200404"/>
                    </a:lnTo>
                    <a:cubicBezTo>
                      <a:pt x="494607" y="207834"/>
                      <a:pt x="480204" y="211576"/>
                      <a:pt x="464991" y="211576"/>
                    </a:cubicBezTo>
                    <a:cubicBezTo>
                      <a:pt x="439080" y="211576"/>
                      <a:pt x="415518" y="200720"/>
                      <a:pt x="398419" y="182571"/>
                    </a:cubicBezTo>
                    <a:cubicBezTo>
                      <a:pt x="381319" y="200720"/>
                      <a:pt x="357757" y="211576"/>
                      <a:pt x="331846" y="211576"/>
                    </a:cubicBezTo>
                    <a:cubicBezTo>
                      <a:pt x="305935" y="211576"/>
                      <a:pt x="282373" y="200720"/>
                      <a:pt x="265274" y="182571"/>
                    </a:cubicBezTo>
                    <a:cubicBezTo>
                      <a:pt x="248174" y="200720"/>
                      <a:pt x="224613" y="211576"/>
                      <a:pt x="198701" y="211576"/>
                    </a:cubicBezTo>
                    <a:cubicBezTo>
                      <a:pt x="177469" y="211576"/>
                      <a:pt x="157813" y="204286"/>
                      <a:pt x="142909" y="190419"/>
                    </a:cubicBezTo>
                    <a:lnTo>
                      <a:pt x="270158" y="993834"/>
                    </a:lnTo>
                    <a:lnTo>
                      <a:pt x="146152" y="993834"/>
                    </a:lnTo>
                    <a:lnTo>
                      <a:pt x="750" y="75802"/>
                    </a:lnTo>
                    <a:cubicBezTo>
                      <a:pt x="-4449" y="42974"/>
                      <a:pt x="17947" y="12148"/>
                      <a:pt x="50775" y="6949"/>
                    </a:cubicBezTo>
                    <a:lnTo>
                      <a:pt x="52868" y="6617"/>
                    </a:lnTo>
                    <a:cubicBezTo>
                      <a:pt x="82704" y="1892"/>
                      <a:pt x="110887" y="19962"/>
                      <a:pt x="118608" y="48277"/>
                    </a:cubicBezTo>
                    <a:cubicBezTo>
                      <a:pt x="134584" y="18793"/>
                      <a:pt x="164609" y="0"/>
                      <a:pt x="1987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14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0" name="Google Shape;90;p13"/>
          <p:cNvGrpSpPr/>
          <p:nvPr/>
        </p:nvGrpSpPr>
        <p:grpSpPr>
          <a:xfrm>
            <a:off x="1295799" y="3750465"/>
            <a:ext cx="1361764" cy="1249763"/>
            <a:chOff x="-49801" y="3888815"/>
            <a:chExt cx="1361764" cy="1249763"/>
          </a:xfrm>
        </p:grpSpPr>
        <p:grpSp>
          <p:nvGrpSpPr>
            <p:cNvPr id="91" name="Google Shape;91;p13"/>
            <p:cNvGrpSpPr/>
            <p:nvPr/>
          </p:nvGrpSpPr>
          <p:grpSpPr>
            <a:xfrm flipH="1" rot="-3252825">
              <a:off x="166041" y="4109531"/>
              <a:ext cx="525127" cy="800954"/>
              <a:chOff x="8121550" y="3125447"/>
              <a:chExt cx="1101022" cy="1679341"/>
            </a:xfrm>
          </p:grpSpPr>
          <p:sp>
            <p:nvSpPr>
              <p:cNvPr id="92" name="Google Shape;92;p13"/>
              <p:cNvSpPr/>
              <p:nvPr/>
            </p:nvSpPr>
            <p:spPr>
              <a:xfrm>
                <a:off x="8121550" y="3125447"/>
                <a:ext cx="1101022" cy="1678680"/>
              </a:xfrm>
              <a:custGeom>
                <a:rect b="b" l="l" r="r" t="t"/>
                <a:pathLst>
                  <a:path extrusionOk="0" h="1678680" w="1101022">
                    <a:moveTo>
                      <a:pt x="993765" y="1264409"/>
                    </a:moveTo>
                    <a:cubicBezTo>
                      <a:pt x="992620" y="1261126"/>
                      <a:pt x="1006743" y="1276242"/>
                      <a:pt x="998803" y="1252957"/>
                    </a:cubicBezTo>
                    <a:cubicBezTo>
                      <a:pt x="984145" y="1206692"/>
                      <a:pt x="967196" y="1165007"/>
                      <a:pt x="946125" y="1124697"/>
                    </a:cubicBezTo>
                    <a:cubicBezTo>
                      <a:pt x="907189" y="1050947"/>
                      <a:pt x="857259" y="987275"/>
                      <a:pt x="783052" y="945591"/>
                    </a:cubicBezTo>
                    <a:cubicBezTo>
                      <a:pt x="769768" y="937803"/>
                      <a:pt x="767019" y="928184"/>
                      <a:pt x="773890" y="913984"/>
                    </a:cubicBezTo>
                    <a:cubicBezTo>
                      <a:pt x="777555" y="906654"/>
                      <a:pt x="774348" y="904822"/>
                      <a:pt x="770226" y="901158"/>
                    </a:cubicBezTo>
                    <a:cubicBezTo>
                      <a:pt x="750070" y="884667"/>
                      <a:pt x="727625" y="871383"/>
                      <a:pt x="705179" y="859473"/>
                    </a:cubicBezTo>
                    <a:cubicBezTo>
                      <a:pt x="689147" y="851228"/>
                      <a:pt x="668534" y="852602"/>
                      <a:pt x="650211" y="848937"/>
                    </a:cubicBezTo>
                    <a:cubicBezTo>
                      <a:pt x="325896" y="785724"/>
                      <a:pt x="67085" y="520958"/>
                      <a:pt x="12117" y="195727"/>
                    </a:cubicBezTo>
                    <a:cubicBezTo>
                      <a:pt x="1581" y="134804"/>
                      <a:pt x="-2084" y="73422"/>
                      <a:pt x="1123" y="11582"/>
                    </a:cubicBezTo>
                    <a:cubicBezTo>
                      <a:pt x="1581" y="7001"/>
                      <a:pt x="-2542" y="-3992"/>
                      <a:pt x="10284" y="1505"/>
                    </a:cubicBezTo>
                    <a:cubicBezTo>
                      <a:pt x="24485" y="23950"/>
                      <a:pt x="42807" y="42731"/>
                      <a:pt x="59298" y="62886"/>
                    </a:cubicBezTo>
                    <a:cubicBezTo>
                      <a:pt x="123886" y="142133"/>
                      <a:pt x="189849" y="220463"/>
                      <a:pt x="254895" y="299251"/>
                    </a:cubicBezTo>
                    <a:lnTo>
                      <a:pt x="466066" y="553481"/>
                    </a:lnTo>
                    <a:lnTo>
                      <a:pt x="672198" y="802214"/>
                    </a:lnTo>
                    <a:cubicBezTo>
                      <a:pt x="683650" y="815956"/>
                      <a:pt x="694644" y="829698"/>
                      <a:pt x="707012" y="842983"/>
                    </a:cubicBezTo>
                    <a:cubicBezTo>
                      <a:pt x="714799" y="834737"/>
                      <a:pt x="703347" y="821453"/>
                      <a:pt x="715715" y="815498"/>
                    </a:cubicBezTo>
                    <a:cubicBezTo>
                      <a:pt x="709760" y="843899"/>
                      <a:pt x="724876" y="856725"/>
                      <a:pt x="747322" y="871383"/>
                    </a:cubicBezTo>
                    <a:cubicBezTo>
                      <a:pt x="774348" y="888332"/>
                      <a:pt x="803207" y="901158"/>
                      <a:pt x="832523" y="916732"/>
                    </a:cubicBezTo>
                    <a:cubicBezTo>
                      <a:pt x="824278" y="894745"/>
                      <a:pt x="817865" y="873215"/>
                      <a:pt x="816491" y="850312"/>
                    </a:cubicBezTo>
                    <a:cubicBezTo>
                      <a:pt x="816033" y="842983"/>
                      <a:pt x="813742" y="834737"/>
                      <a:pt x="816033" y="828324"/>
                    </a:cubicBezTo>
                    <a:cubicBezTo>
                      <a:pt x="821530" y="810001"/>
                      <a:pt x="812368" y="796717"/>
                      <a:pt x="804123" y="782059"/>
                    </a:cubicBezTo>
                    <a:cubicBezTo>
                      <a:pt x="685940" y="571346"/>
                      <a:pt x="738161" y="306122"/>
                      <a:pt x="927344" y="157707"/>
                    </a:cubicBezTo>
                    <a:cubicBezTo>
                      <a:pt x="930551" y="155417"/>
                      <a:pt x="933757" y="153584"/>
                      <a:pt x="936964" y="151752"/>
                    </a:cubicBezTo>
                    <a:cubicBezTo>
                      <a:pt x="941545" y="158623"/>
                      <a:pt x="939712" y="165952"/>
                      <a:pt x="938796" y="173282"/>
                    </a:cubicBezTo>
                    <a:cubicBezTo>
                      <a:pt x="915892" y="307038"/>
                      <a:pt x="892531" y="440337"/>
                      <a:pt x="869627" y="574094"/>
                    </a:cubicBezTo>
                    <a:cubicBezTo>
                      <a:pt x="857259" y="645554"/>
                      <a:pt x="844891" y="717013"/>
                      <a:pt x="832981" y="788472"/>
                    </a:cubicBezTo>
                    <a:cubicBezTo>
                      <a:pt x="832065" y="794427"/>
                      <a:pt x="831149" y="800382"/>
                      <a:pt x="832523" y="806337"/>
                    </a:cubicBezTo>
                    <a:cubicBezTo>
                      <a:pt x="830691" y="834279"/>
                      <a:pt x="832523" y="861763"/>
                      <a:pt x="840311" y="888790"/>
                    </a:cubicBezTo>
                    <a:cubicBezTo>
                      <a:pt x="847182" y="912151"/>
                      <a:pt x="857717" y="932764"/>
                      <a:pt x="877414" y="948339"/>
                    </a:cubicBezTo>
                    <a:cubicBezTo>
                      <a:pt x="886118" y="955210"/>
                      <a:pt x="892073" y="955210"/>
                      <a:pt x="897112" y="944216"/>
                    </a:cubicBezTo>
                    <a:cubicBezTo>
                      <a:pt x="899402" y="939178"/>
                      <a:pt x="902150" y="934597"/>
                      <a:pt x="905357" y="930016"/>
                    </a:cubicBezTo>
                    <a:cubicBezTo>
                      <a:pt x="908563" y="925893"/>
                      <a:pt x="910396" y="919022"/>
                      <a:pt x="916809" y="919939"/>
                    </a:cubicBezTo>
                    <a:cubicBezTo>
                      <a:pt x="923680" y="920855"/>
                      <a:pt x="922764" y="928184"/>
                      <a:pt x="923680" y="933223"/>
                    </a:cubicBezTo>
                    <a:cubicBezTo>
                      <a:pt x="925970" y="947423"/>
                      <a:pt x="928260" y="961623"/>
                      <a:pt x="929635" y="975823"/>
                    </a:cubicBezTo>
                    <a:cubicBezTo>
                      <a:pt x="931009" y="993230"/>
                      <a:pt x="935590" y="1009263"/>
                      <a:pt x="946583" y="1023921"/>
                    </a:cubicBezTo>
                    <a:cubicBezTo>
                      <a:pt x="1002468" y="1099503"/>
                      <a:pt x="1038198" y="1185162"/>
                      <a:pt x="1062933" y="1274944"/>
                    </a:cubicBezTo>
                    <a:cubicBezTo>
                      <a:pt x="1083547" y="1349610"/>
                      <a:pt x="1097289" y="1425650"/>
                      <a:pt x="1100037" y="1503522"/>
                    </a:cubicBezTo>
                    <a:cubicBezTo>
                      <a:pt x="1101870" y="1554826"/>
                      <a:pt x="1101412" y="1605672"/>
                      <a:pt x="1096373" y="1656518"/>
                    </a:cubicBezTo>
                    <a:cubicBezTo>
                      <a:pt x="1095915" y="1662473"/>
                      <a:pt x="1095457" y="1668428"/>
                      <a:pt x="1091792" y="1673467"/>
                    </a:cubicBezTo>
                    <a:cubicBezTo>
                      <a:pt x="1090876" y="1674841"/>
                      <a:pt x="1089502" y="1675757"/>
                      <a:pt x="1087669" y="1676673"/>
                    </a:cubicBezTo>
                    <a:cubicBezTo>
                      <a:pt x="1073011" y="1678964"/>
                      <a:pt x="1058353" y="1679880"/>
                      <a:pt x="1043695" y="1676215"/>
                    </a:cubicBezTo>
                    <a:lnTo>
                      <a:pt x="1041862" y="1674383"/>
                    </a:lnTo>
                    <a:cubicBezTo>
                      <a:pt x="1047817" y="1621247"/>
                      <a:pt x="1050108" y="1567652"/>
                      <a:pt x="1047817" y="1514058"/>
                    </a:cubicBezTo>
                    <a:cubicBezTo>
                      <a:pt x="1046443" y="1479244"/>
                      <a:pt x="1042320" y="1444889"/>
                      <a:pt x="1038198" y="1410533"/>
                    </a:cubicBezTo>
                    <a:cubicBezTo>
                      <a:pt x="1036823" y="1401830"/>
                      <a:pt x="1031785" y="1394959"/>
                      <a:pt x="1027662" y="1388088"/>
                    </a:cubicBezTo>
                    <a:cubicBezTo>
                      <a:pt x="1020791" y="1376636"/>
                      <a:pt x="1013462" y="1365184"/>
                      <a:pt x="1006133" y="1353733"/>
                    </a:cubicBezTo>
                    <a:cubicBezTo>
                      <a:pt x="1013920" y="1351900"/>
                      <a:pt x="1019417" y="1358313"/>
                      <a:pt x="1027662" y="1358313"/>
                    </a:cubicBezTo>
                    <a:cubicBezTo>
                      <a:pt x="1022623" y="1328997"/>
                      <a:pt x="1014836" y="1300596"/>
                      <a:pt x="1005674" y="1272654"/>
                    </a:cubicBezTo>
                    <a:cubicBezTo>
                      <a:pt x="1003842" y="1267615"/>
                      <a:pt x="998345" y="1266241"/>
                      <a:pt x="993765" y="126440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3925" lIns="67875" spcFirstLastPara="1" rIns="67875" wrap="square" tIns="339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6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3"/>
              <p:cNvSpPr/>
              <p:nvPr/>
            </p:nvSpPr>
            <p:spPr>
              <a:xfrm>
                <a:off x="8128215" y="3126951"/>
                <a:ext cx="705430" cy="847432"/>
              </a:xfrm>
              <a:custGeom>
                <a:rect b="b" l="l" r="r" t="t"/>
                <a:pathLst>
                  <a:path extrusionOk="0" h="847432" w="705430">
                    <a:moveTo>
                      <a:pt x="708135" y="814910"/>
                    </a:moveTo>
                    <a:cubicBezTo>
                      <a:pt x="703096" y="822697"/>
                      <a:pt x="706761" y="831400"/>
                      <a:pt x="705845" y="839646"/>
                    </a:cubicBezTo>
                    <a:cubicBezTo>
                      <a:pt x="705387" y="842852"/>
                      <a:pt x="707219" y="847433"/>
                      <a:pt x="703096" y="848807"/>
                    </a:cubicBezTo>
                    <a:cubicBezTo>
                      <a:pt x="698974" y="850181"/>
                      <a:pt x="696683" y="846059"/>
                      <a:pt x="694851" y="843768"/>
                    </a:cubicBezTo>
                    <a:cubicBezTo>
                      <a:pt x="679735" y="825445"/>
                      <a:pt x="664618" y="807123"/>
                      <a:pt x="649502" y="788800"/>
                    </a:cubicBezTo>
                    <a:cubicBezTo>
                      <a:pt x="622018" y="755818"/>
                      <a:pt x="594533" y="722837"/>
                      <a:pt x="567049" y="689398"/>
                    </a:cubicBezTo>
                    <a:cubicBezTo>
                      <a:pt x="531778" y="646797"/>
                      <a:pt x="496506" y="604197"/>
                      <a:pt x="461234" y="561596"/>
                    </a:cubicBezTo>
                    <a:cubicBezTo>
                      <a:pt x="430086" y="524034"/>
                      <a:pt x="398937" y="486014"/>
                      <a:pt x="367788" y="448452"/>
                    </a:cubicBezTo>
                    <a:cubicBezTo>
                      <a:pt x="336181" y="409974"/>
                      <a:pt x="304116" y="371496"/>
                      <a:pt x="272509" y="333018"/>
                    </a:cubicBezTo>
                    <a:cubicBezTo>
                      <a:pt x="241360" y="295456"/>
                      <a:pt x="209753" y="257894"/>
                      <a:pt x="178604" y="220333"/>
                    </a:cubicBezTo>
                    <a:cubicBezTo>
                      <a:pt x="147455" y="183229"/>
                      <a:pt x="116764" y="145667"/>
                      <a:pt x="86074" y="108563"/>
                    </a:cubicBezTo>
                    <a:cubicBezTo>
                      <a:pt x="59505" y="76498"/>
                      <a:pt x="33395" y="44433"/>
                      <a:pt x="6827" y="12368"/>
                    </a:cubicBezTo>
                    <a:cubicBezTo>
                      <a:pt x="4079" y="9161"/>
                      <a:pt x="-4625" y="6413"/>
                      <a:pt x="3163" y="0"/>
                    </a:cubicBezTo>
                    <a:cubicBezTo>
                      <a:pt x="59505" y="4581"/>
                      <a:pt x="114016" y="17865"/>
                      <a:pt x="166236" y="38020"/>
                    </a:cubicBezTo>
                    <a:cubicBezTo>
                      <a:pt x="447950" y="144751"/>
                      <a:pt x="623850" y="345386"/>
                      <a:pt x="692103" y="639010"/>
                    </a:cubicBezTo>
                    <a:cubicBezTo>
                      <a:pt x="705387" y="696269"/>
                      <a:pt x="710426" y="755360"/>
                      <a:pt x="708135" y="814910"/>
                    </a:cubicBezTo>
                    <a:close/>
                  </a:path>
                </a:pathLst>
              </a:custGeom>
              <a:solidFill>
                <a:srgbClr val="005D93"/>
              </a:solidFill>
              <a:ln>
                <a:noFill/>
              </a:ln>
            </p:spPr>
            <p:txBody>
              <a:bodyPr anchorCtr="0" anchor="ctr" bIns="33925" lIns="67875" spcFirstLastPara="1" rIns="67875" wrap="square" tIns="339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6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3"/>
              <p:cNvSpPr/>
              <p:nvPr/>
            </p:nvSpPr>
            <p:spPr>
              <a:xfrm>
                <a:off x="8946943" y="3277199"/>
                <a:ext cx="192390" cy="655042"/>
              </a:xfrm>
              <a:custGeom>
                <a:rect b="b" l="l" r="r" t="t"/>
                <a:pathLst>
                  <a:path extrusionOk="0" h="655042" w="192390">
                    <a:moveTo>
                      <a:pt x="3925" y="655959"/>
                    </a:moveTo>
                    <a:cubicBezTo>
                      <a:pt x="-1114" y="652294"/>
                      <a:pt x="-197" y="646797"/>
                      <a:pt x="719" y="642217"/>
                    </a:cubicBezTo>
                    <a:cubicBezTo>
                      <a:pt x="11254" y="582667"/>
                      <a:pt x="21790" y="523118"/>
                      <a:pt x="32326" y="463111"/>
                    </a:cubicBezTo>
                    <a:cubicBezTo>
                      <a:pt x="43777" y="396232"/>
                      <a:pt x="54771" y="328896"/>
                      <a:pt x="66223" y="262017"/>
                    </a:cubicBezTo>
                    <a:cubicBezTo>
                      <a:pt x="78591" y="190558"/>
                      <a:pt x="91417" y="119557"/>
                      <a:pt x="103785" y="48098"/>
                    </a:cubicBezTo>
                    <a:cubicBezTo>
                      <a:pt x="106533" y="32065"/>
                      <a:pt x="108366" y="16033"/>
                      <a:pt x="110656" y="0"/>
                    </a:cubicBezTo>
                    <a:cubicBezTo>
                      <a:pt x="115695" y="458"/>
                      <a:pt x="116153" y="4123"/>
                      <a:pt x="117069" y="7787"/>
                    </a:cubicBezTo>
                    <a:cubicBezTo>
                      <a:pt x="158295" y="68253"/>
                      <a:pt x="180283" y="135589"/>
                      <a:pt x="190360" y="207048"/>
                    </a:cubicBezTo>
                    <a:cubicBezTo>
                      <a:pt x="196773" y="251939"/>
                      <a:pt x="196773" y="297289"/>
                      <a:pt x="188070" y="342638"/>
                    </a:cubicBezTo>
                    <a:cubicBezTo>
                      <a:pt x="191277" y="347218"/>
                      <a:pt x="190819" y="351799"/>
                      <a:pt x="189902" y="356838"/>
                    </a:cubicBezTo>
                    <a:cubicBezTo>
                      <a:pt x="167915" y="475020"/>
                      <a:pt x="110656" y="573048"/>
                      <a:pt x="18125" y="650004"/>
                    </a:cubicBezTo>
                    <a:cubicBezTo>
                      <a:pt x="14461" y="653210"/>
                      <a:pt x="10338" y="657333"/>
                      <a:pt x="3925" y="655959"/>
                    </a:cubicBezTo>
                    <a:close/>
                  </a:path>
                </a:pathLst>
              </a:custGeom>
              <a:solidFill>
                <a:srgbClr val="005D93"/>
              </a:solidFill>
              <a:ln>
                <a:noFill/>
              </a:ln>
            </p:spPr>
            <p:txBody>
              <a:bodyPr anchorCtr="0" anchor="ctr" bIns="33925" lIns="67875" spcFirstLastPara="1" rIns="67875" wrap="square" tIns="339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6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9162955" y="4800288"/>
                <a:ext cx="45807" cy="4500"/>
              </a:xfrm>
              <a:custGeom>
                <a:rect b="b" l="l" r="r" t="t"/>
                <a:pathLst>
                  <a:path extrusionOk="0" h="120000" w="45807">
                    <a:moveTo>
                      <a:pt x="45807" y="11997"/>
                    </a:moveTo>
                    <a:cubicBezTo>
                      <a:pt x="30691" y="108003"/>
                      <a:pt x="15116" y="120000"/>
                      <a:pt x="0" y="0"/>
                    </a:cubicBezTo>
                    <a:cubicBezTo>
                      <a:pt x="15116" y="11997"/>
                      <a:pt x="30691" y="11997"/>
                      <a:pt x="45807" y="11997"/>
                    </a:cubicBezTo>
                    <a:close/>
                  </a:path>
                </a:pathLst>
              </a:custGeom>
              <a:solidFill>
                <a:srgbClr val="C1531C"/>
              </a:solidFill>
              <a:ln>
                <a:noFill/>
              </a:ln>
            </p:spPr>
            <p:txBody>
              <a:bodyPr anchorCtr="0" anchor="ctr" bIns="33925" lIns="67875" spcFirstLastPara="1" rIns="67875" wrap="square" tIns="339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56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" name="Google Shape;96;p13"/>
            <p:cNvGrpSpPr/>
            <p:nvPr/>
          </p:nvGrpSpPr>
          <p:grpSpPr>
            <a:xfrm rot="-2579848">
              <a:off x="184755" y="4122807"/>
              <a:ext cx="994159" cy="781779"/>
              <a:chOff x="5888614" y="2513414"/>
              <a:chExt cx="3930334" cy="3090705"/>
            </a:xfrm>
          </p:grpSpPr>
          <p:grpSp>
            <p:nvGrpSpPr>
              <p:cNvPr id="97" name="Google Shape;97;p13"/>
              <p:cNvGrpSpPr/>
              <p:nvPr/>
            </p:nvGrpSpPr>
            <p:grpSpPr>
              <a:xfrm flipH="1" rot="5200196">
                <a:off x="6482946" y="2237159"/>
                <a:ext cx="2741670" cy="3777454"/>
                <a:chOff x="10544040" y="571910"/>
                <a:chExt cx="1744338" cy="2403337"/>
              </a:xfrm>
            </p:grpSpPr>
            <p:sp>
              <p:nvSpPr>
                <p:cNvPr id="98" name="Google Shape;98;p13"/>
                <p:cNvSpPr/>
                <p:nvPr/>
              </p:nvSpPr>
              <p:spPr>
                <a:xfrm>
                  <a:off x="11216947" y="1624559"/>
                  <a:ext cx="1067307" cy="384780"/>
                </a:xfrm>
                <a:custGeom>
                  <a:rect b="b" l="l" r="r" t="t"/>
                  <a:pathLst>
                    <a:path extrusionOk="0" h="384780" w="1067307">
                      <a:moveTo>
                        <a:pt x="76956" y="336683"/>
                      </a:moveTo>
                      <a:cubicBezTo>
                        <a:pt x="52220" y="327521"/>
                        <a:pt x="27942" y="316986"/>
                        <a:pt x="5039" y="304618"/>
                      </a:cubicBezTo>
                      <a:cubicBezTo>
                        <a:pt x="2290" y="303244"/>
                        <a:pt x="458" y="300953"/>
                        <a:pt x="0" y="297747"/>
                      </a:cubicBezTo>
                      <a:cubicBezTo>
                        <a:pt x="8245" y="286295"/>
                        <a:pt x="21529" y="287211"/>
                        <a:pt x="32981" y="284004"/>
                      </a:cubicBezTo>
                      <a:cubicBezTo>
                        <a:pt x="187352" y="240946"/>
                        <a:pt x="341722" y="198345"/>
                        <a:pt x="496092" y="156202"/>
                      </a:cubicBezTo>
                      <a:cubicBezTo>
                        <a:pt x="617939" y="122763"/>
                        <a:pt x="740244" y="89782"/>
                        <a:pt x="862091" y="55885"/>
                      </a:cubicBezTo>
                      <a:cubicBezTo>
                        <a:pt x="928054" y="38020"/>
                        <a:pt x="993558" y="19239"/>
                        <a:pt x="1059062" y="916"/>
                      </a:cubicBezTo>
                      <a:cubicBezTo>
                        <a:pt x="1061811" y="0"/>
                        <a:pt x="1065017" y="0"/>
                        <a:pt x="1067766" y="0"/>
                      </a:cubicBezTo>
                      <a:cubicBezTo>
                        <a:pt x="1034784" y="58175"/>
                        <a:pt x="993100" y="109937"/>
                        <a:pt x="945460" y="156661"/>
                      </a:cubicBezTo>
                      <a:cubicBezTo>
                        <a:pt x="808497" y="290876"/>
                        <a:pt x="644049" y="366457"/>
                        <a:pt x="453949" y="386613"/>
                      </a:cubicBezTo>
                      <a:cubicBezTo>
                        <a:pt x="235449" y="402187"/>
                        <a:pt x="80621" y="337599"/>
                        <a:pt x="76956" y="336683"/>
                      </a:cubicBezTo>
                      <a:close/>
                    </a:path>
                  </a:pathLst>
                </a:custGeom>
                <a:solidFill>
                  <a:srgbClr val="392376"/>
                </a:solidFill>
                <a:ln>
                  <a:noFill/>
                </a:ln>
              </p:spPr>
              <p:txBody>
                <a:bodyPr anchorCtr="0" anchor="ctr" bIns="33925" lIns="67875" spcFirstLastPara="1" rIns="67875" wrap="square" tIns="339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456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" name="Google Shape;99;p13"/>
                <p:cNvSpPr/>
                <p:nvPr/>
              </p:nvSpPr>
              <p:spPr>
                <a:xfrm>
                  <a:off x="10544040" y="571910"/>
                  <a:ext cx="1744338" cy="2403337"/>
                </a:xfrm>
                <a:custGeom>
                  <a:rect b="b" l="l" r="r" t="t"/>
                  <a:pathLst>
                    <a:path extrusionOk="0" h="2403337" w="1744338">
                      <a:moveTo>
                        <a:pt x="529989" y="0"/>
                      </a:moveTo>
                      <a:cubicBezTo>
                        <a:pt x="530905" y="1832"/>
                        <a:pt x="531821" y="3665"/>
                        <a:pt x="533196" y="5955"/>
                      </a:cubicBezTo>
                      <a:cubicBezTo>
                        <a:pt x="534570" y="12826"/>
                        <a:pt x="535028" y="19697"/>
                        <a:pt x="535028" y="26568"/>
                      </a:cubicBezTo>
                      <a:lnTo>
                        <a:pt x="535028" y="1082424"/>
                      </a:lnTo>
                      <a:cubicBezTo>
                        <a:pt x="535028" y="1092501"/>
                        <a:pt x="534570" y="1102121"/>
                        <a:pt x="532280" y="1111740"/>
                      </a:cubicBezTo>
                      <a:cubicBezTo>
                        <a:pt x="538234" y="1138767"/>
                        <a:pt x="539609" y="1166709"/>
                        <a:pt x="547854" y="1193277"/>
                      </a:cubicBezTo>
                      <a:cubicBezTo>
                        <a:pt x="552893" y="1208851"/>
                        <a:pt x="556557" y="1224884"/>
                        <a:pt x="561138" y="1242291"/>
                      </a:cubicBezTo>
                      <a:lnTo>
                        <a:pt x="599158" y="1193735"/>
                      </a:lnTo>
                      <a:cubicBezTo>
                        <a:pt x="610152" y="1179535"/>
                        <a:pt x="621145" y="1165793"/>
                        <a:pt x="632139" y="1151593"/>
                      </a:cubicBezTo>
                      <a:cubicBezTo>
                        <a:pt x="639926" y="1141057"/>
                        <a:pt x="919500" y="844446"/>
                        <a:pt x="912924" y="857230"/>
                      </a:cubicBezTo>
                      <a:cubicBezTo>
                        <a:pt x="888715" y="904292"/>
                        <a:pt x="713521" y="1122611"/>
                        <a:pt x="671991" y="1178161"/>
                      </a:cubicBezTo>
                      <a:cubicBezTo>
                        <a:pt x="630461" y="1233711"/>
                        <a:pt x="666495" y="1186406"/>
                        <a:pt x="663746" y="1190529"/>
                      </a:cubicBezTo>
                      <a:lnTo>
                        <a:pt x="539609" y="1352228"/>
                      </a:lnTo>
                      <a:cubicBezTo>
                        <a:pt x="536402" y="1356351"/>
                        <a:pt x="534112" y="1360015"/>
                        <a:pt x="530905" y="1364596"/>
                      </a:cubicBezTo>
                      <a:cubicBezTo>
                        <a:pt x="537318" y="1366428"/>
                        <a:pt x="542357" y="1363680"/>
                        <a:pt x="547396" y="1361847"/>
                      </a:cubicBezTo>
                      <a:cubicBezTo>
                        <a:pt x="582209" y="1348563"/>
                        <a:pt x="618397" y="1343983"/>
                        <a:pt x="655043" y="1341692"/>
                      </a:cubicBezTo>
                      <a:cubicBezTo>
                        <a:pt x="666953" y="1340776"/>
                        <a:pt x="674282" y="1337112"/>
                        <a:pt x="681153" y="1326576"/>
                      </a:cubicBezTo>
                      <a:cubicBezTo>
                        <a:pt x="817658" y="1120902"/>
                        <a:pt x="1008216" y="998597"/>
                        <a:pt x="1252827" y="962867"/>
                      </a:cubicBezTo>
                      <a:cubicBezTo>
                        <a:pt x="1421855" y="938589"/>
                        <a:pt x="1582638" y="968364"/>
                        <a:pt x="1734718" y="1045778"/>
                      </a:cubicBezTo>
                      <a:cubicBezTo>
                        <a:pt x="1737925" y="1047152"/>
                        <a:pt x="1741131" y="1048068"/>
                        <a:pt x="1744338" y="1049443"/>
                      </a:cubicBezTo>
                      <a:lnTo>
                        <a:pt x="1744338" y="1052649"/>
                      </a:lnTo>
                      <a:lnTo>
                        <a:pt x="1743422" y="1053565"/>
                      </a:lnTo>
                      <a:lnTo>
                        <a:pt x="1742047" y="1053107"/>
                      </a:lnTo>
                      <a:cubicBezTo>
                        <a:pt x="1737008" y="1057230"/>
                        <a:pt x="1731054" y="1059520"/>
                        <a:pt x="1724641" y="1061352"/>
                      </a:cubicBezTo>
                      <a:lnTo>
                        <a:pt x="1357267" y="1162586"/>
                      </a:lnTo>
                      <a:lnTo>
                        <a:pt x="1068682" y="1242291"/>
                      </a:lnTo>
                      <a:lnTo>
                        <a:pt x="693979" y="1345815"/>
                      </a:lnTo>
                      <a:cubicBezTo>
                        <a:pt x="687566" y="1347647"/>
                        <a:pt x="681611" y="1349021"/>
                        <a:pt x="676114" y="1353144"/>
                      </a:cubicBezTo>
                      <a:cubicBezTo>
                        <a:pt x="661914" y="1361847"/>
                        <a:pt x="644965" y="1359557"/>
                        <a:pt x="629849" y="1360931"/>
                      </a:cubicBezTo>
                      <a:cubicBezTo>
                        <a:pt x="594119" y="1363680"/>
                        <a:pt x="561138" y="1376048"/>
                        <a:pt x="527241" y="1385667"/>
                      </a:cubicBezTo>
                      <a:cubicBezTo>
                        <a:pt x="522660" y="1387041"/>
                        <a:pt x="535181" y="1367268"/>
                        <a:pt x="516705" y="1393454"/>
                      </a:cubicBezTo>
                      <a:cubicBezTo>
                        <a:pt x="498229" y="1419640"/>
                        <a:pt x="459217" y="1465296"/>
                        <a:pt x="416387" y="1542786"/>
                      </a:cubicBezTo>
                      <a:cubicBezTo>
                        <a:pt x="388139" y="1598976"/>
                        <a:pt x="283776" y="1802970"/>
                        <a:pt x="259727" y="1858397"/>
                      </a:cubicBezTo>
                      <a:cubicBezTo>
                        <a:pt x="254230" y="1874888"/>
                        <a:pt x="254230" y="1874888"/>
                        <a:pt x="272095" y="1875346"/>
                      </a:cubicBezTo>
                      <a:cubicBezTo>
                        <a:pt x="280798" y="1875804"/>
                        <a:pt x="289960" y="1875804"/>
                        <a:pt x="298663" y="1876262"/>
                      </a:cubicBezTo>
                      <a:cubicBezTo>
                        <a:pt x="299121" y="1876262"/>
                        <a:pt x="299579" y="1876720"/>
                        <a:pt x="301869" y="1877636"/>
                      </a:cubicBezTo>
                      <a:lnTo>
                        <a:pt x="250107" y="1914740"/>
                      </a:lnTo>
                      <a:cubicBezTo>
                        <a:pt x="244152" y="1918863"/>
                        <a:pt x="240030" y="1923443"/>
                        <a:pt x="238197" y="1930773"/>
                      </a:cubicBezTo>
                      <a:cubicBezTo>
                        <a:pt x="215752" y="2022845"/>
                        <a:pt x="206132" y="2116292"/>
                        <a:pt x="206590" y="2211113"/>
                      </a:cubicBezTo>
                      <a:cubicBezTo>
                        <a:pt x="206590" y="2212029"/>
                        <a:pt x="207049" y="2212945"/>
                        <a:pt x="207965" y="2215235"/>
                      </a:cubicBezTo>
                      <a:lnTo>
                        <a:pt x="244610" y="2193248"/>
                      </a:lnTo>
                      <a:cubicBezTo>
                        <a:pt x="233159" y="2223022"/>
                        <a:pt x="223539" y="2249133"/>
                        <a:pt x="213003" y="2275243"/>
                      </a:cubicBezTo>
                      <a:cubicBezTo>
                        <a:pt x="208423" y="2286695"/>
                        <a:pt x="206590" y="2297688"/>
                        <a:pt x="207049" y="2310056"/>
                      </a:cubicBezTo>
                      <a:cubicBezTo>
                        <a:pt x="207965" y="2337999"/>
                        <a:pt x="207965" y="2365483"/>
                        <a:pt x="208423" y="2393425"/>
                      </a:cubicBezTo>
                      <a:cubicBezTo>
                        <a:pt x="208881" y="2401212"/>
                        <a:pt x="202926" y="2402129"/>
                        <a:pt x="197887" y="2402587"/>
                      </a:cubicBezTo>
                      <a:cubicBezTo>
                        <a:pt x="185977" y="2403045"/>
                        <a:pt x="174525" y="2404419"/>
                        <a:pt x="162616" y="2401670"/>
                      </a:cubicBezTo>
                      <a:cubicBezTo>
                        <a:pt x="161241" y="2401212"/>
                        <a:pt x="159867" y="2400296"/>
                        <a:pt x="158493" y="2398922"/>
                      </a:cubicBezTo>
                      <a:cubicBezTo>
                        <a:pt x="156203" y="2395258"/>
                        <a:pt x="155744" y="2391593"/>
                        <a:pt x="155744" y="2387470"/>
                      </a:cubicBezTo>
                      <a:cubicBezTo>
                        <a:pt x="154828" y="2319676"/>
                        <a:pt x="150706" y="2251423"/>
                        <a:pt x="152538" y="2183628"/>
                      </a:cubicBezTo>
                      <a:cubicBezTo>
                        <a:pt x="156203" y="2069110"/>
                        <a:pt x="172693" y="1956425"/>
                        <a:pt x="208881" y="1846946"/>
                      </a:cubicBezTo>
                      <a:cubicBezTo>
                        <a:pt x="233617" y="1772280"/>
                        <a:pt x="264766" y="1700363"/>
                        <a:pt x="301411" y="1630736"/>
                      </a:cubicBezTo>
                      <a:cubicBezTo>
                        <a:pt x="307824" y="1618826"/>
                        <a:pt x="309199" y="1607832"/>
                        <a:pt x="305076" y="1595006"/>
                      </a:cubicBezTo>
                      <a:cubicBezTo>
                        <a:pt x="298205" y="1573019"/>
                        <a:pt x="293624" y="1550573"/>
                        <a:pt x="290876" y="1528128"/>
                      </a:cubicBezTo>
                      <a:cubicBezTo>
                        <a:pt x="289501" y="1518508"/>
                        <a:pt x="285837" y="1511637"/>
                        <a:pt x="278508" y="1505224"/>
                      </a:cubicBezTo>
                      <a:cubicBezTo>
                        <a:pt x="219416" y="1455294"/>
                        <a:pt x="170403" y="1397577"/>
                        <a:pt x="127802" y="1332989"/>
                      </a:cubicBezTo>
                      <a:cubicBezTo>
                        <a:pt x="103524" y="1296343"/>
                        <a:pt x="82911" y="1257865"/>
                        <a:pt x="65046" y="1218013"/>
                      </a:cubicBezTo>
                      <a:cubicBezTo>
                        <a:pt x="47181" y="1175870"/>
                        <a:pt x="0" y="972944"/>
                        <a:pt x="0" y="870336"/>
                      </a:cubicBezTo>
                      <a:cubicBezTo>
                        <a:pt x="4123" y="704514"/>
                        <a:pt x="54511" y="554267"/>
                        <a:pt x="149790" y="418678"/>
                      </a:cubicBezTo>
                      <a:cubicBezTo>
                        <a:pt x="155286" y="411348"/>
                        <a:pt x="155286" y="411348"/>
                        <a:pt x="161699" y="410890"/>
                      </a:cubicBezTo>
                      <a:cubicBezTo>
                        <a:pt x="169028" y="452117"/>
                        <a:pt x="173151" y="493343"/>
                        <a:pt x="178190" y="534570"/>
                      </a:cubicBezTo>
                      <a:cubicBezTo>
                        <a:pt x="205216" y="750780"/>
                        <a:pt x="232701" y="966532"/>
                        <a:pt x="259269" y="1182741"/>
                      </a:cubicBezTo>
                      <a:cubicBezTo>
                        <a:pt x="271637" y="1283975"/>
                        <a:pt x="284463" y="1385667"/>
                        <a:pt x="297289" y="1486901"/>
                      </a:cubicBezTo>
                      <a:cubicBezTo>
                        <a:pt x="298205" y="1492398"/>
                        <a:pt x="298663" y="1497895"/>
                        <a:pt x="301869" y="1502476"/>
                      </a:cubicBezTo>
                      <a:cubicBezTo>
                        <a:pt x="308282" y="1511179"/>
                        <a:pt x="309199" y="1521715"/>
                        <a:pt x="310573" y="1532250"/>
                      </a:cubicBezTo>
                      <a:cubicBezTo>
                        <a:pt x="313321" y="1550573"/>
                        <a:pt x="317444" y="1568438"/>
                        <a:pt x="322483" y="1587677"/>
                      </a:cubicBezTo>
                      <a:cubicBezTo>
                        <a:pt x="334392" y="1570728"/>
                        <a:pt x="342638" y="1553322"/>
                        <a:pt x="352715" y="1536831"/>
                      </a:cubicBezTo>
                      <a:cubicBezTo>
                        <a:pt x="407684" y="1445675"/>
                        <a:pt x="469524" y="1359099"/>
                        <a:pt x="534570" y="1275272"/>
                      </a:cubicBezTo>
                      <a:cubicBezTo>
                        <a:pt x="544647" y="1261988"/>
                        <a:pt x="546938" y="1249162"/>
                        <a:pt x="542815" y="1234045"/>
                      </a:cubicBezTo>
                      <a:cubicBezTo>
                        <a:pt x="535028" y="1205645"/>
                        <a:pt x="523576" y="1177703"/>
                        <a:pt x="523576" y="1148386"/>
                      </a:cubicBezTo>
                      <a:cubicBezTo>
                        <a:pt x="523576" y="1118611"/>
                        <a:pt x="508002" y="1099830"/>
                        <a:pt x="490595" y="1080133"/>
                      </a:cubicBezTo>
                      <a:cubicBezTo>
                        <a:pt x="475937" y="1063643"/>
                        <a:pt x="461737" y="1046236"/>
                        <a:pt x="450743" y="1026539"/>
                      </a:cubicBezTo>
                      <a:cubicBezTo>
                        <a:pt x="371954" y="888201"/>
                        <a:pt x="307824" y="726044"/>
                        <a:pt x="306450" y="553809"/>
                      </a:cubicBezTo>
                      <a:cubicBezTo>
                        <a:pt x="309657" y="344928"/>
                        <a:pt x="382032" y="163532"/>
                        <a:pt x="522660" y="9161"/>
                      </a:cubicBezTo>
                      <a:cubicBezTo>
                        <a:pt x="524492" y="6871"/>
                        <a:pt x="525867" y="4581"/>
                        <a:pt x="527699" y="2290"/>
                      </a:cubicBezTo>
                      <a:cubicBezTo>
                        <a:pt x="527699" y="0"/>
                        <a:pt x="528615" y="0"/>
                        <a:pt x="52998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33925" lIns="67875" spcFirstLastPara="1" rIns="67875" wrap="square" tIns="339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456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" name="Google Shape;100;p13"/>
                <p:cNvSpPr/>
                <p:nvPr/>
              </p:nvSpPr>
              <p:spPr>
                <a:xfrm>
                  <a:off x="10701602" y="980510"/>
                  <a:ext cx="297746" cy="1094791"/>
                </a:xfrm>
                <a:custGeom>
                  <a:rect b="b" l="l" r="r" t="t"/>
                  <a:pathLst>
                    <a:path extrusionOk="0" h="1094791" w="297746">
                      <a:moveTo>
                        <a:pt x="142932" y="1094334"/>
                      </a:moveTo>
                      <a:cubicBezTo>
                        <a:pt x="135145" y="1097082"/>
                        <a:pt x="134687" y="1090669"/>
                        <a:pt x="134229" y="1086546"/>
                      </a:cubicBezTo>
                      <a:cubicBezTo>
                        <a:pt x="129190" y="1043488"/>
                        <a:pt x="124151" y="1000429"/>
                        <a:pt x="119112" y="957370"/>
                      </a:cubicBezTo>
                      <a:cubicBezTo>
                        <a:pt x="113616" y="913853"/>
                        <a:pt x="107661" y="870336"/>
                        <a:pt x="102164" y="826820"/>
                      </a:cubicBezTo>
                      <a:cubicBezTo>
                        <a:pt x="97583" y="792006"/>
                        <a:pt x="93918" y="757193"/>
                        <a:pt x="89338" y="722837"/>
                      </a:cubicBezTo>
                      <a:cubicBezTo>
                        <a:pt x="84757" y="686192"/>
                        <a:pt x="80176" y="649546"/>
                        <a:pt x="75596" y="612900"/>
                      </a:cubicBezTo>
                      <a:cubicBezTo>
                        <a:pt x="71015" y="577629"/>
                        <a:pt x="66892" y="542357"/>
                        <a:pt x="62770" y="507085"/>
                      </a:cubicBezTo>
                      <a:cubicBezTo>
                        <a:pt x="58189" y="470898"/>
                        <a:pt x="53608" y="434710"/>
                        <a:pt x="49027" y="398522"/>
                      </a:cubicBezTo>
                      <a:cubicBezTo>
                        <a:pt x="44447" y="362793"/>
                        <a:pt x="40324" y="327063"/>
                        <a:pt x="35743" y="291334"/>
                      </a:cubicBezTo>
                      <a:cubicBezTo>
                        <a:pt x="32537" y="264766"/>
                        <a:pt x="28872" y="238655"/>
                        <a:pt x="25666" y="212087"/>
                      </a:cubicBezTo>
                      <a:cubicBezTo>
                        <a:pt x="21085" y="174983"/>
                        <a:pt x="16504" y="137880"/>
                        <a:pt x="11924" y="100776"/>
                      </a:cubicBezTo>
                      <a:cubicBezTo>
                        <a:pt x="8717" y="73750"/>
                        <a:pt x="5053" y="47181"/>
                        <a:pt x="1388" y="20155"/>
                      </a:cubicBezTo>
                      <a:cubicBezTo>
                        <a:pt x="472" y="13284"/>
                        <a:pt x="-1819" y="6413"/>
                        <a:pt x="2762" y="0"/>
                      </a:cubicBezTo>
                      <a:cubicBezTo>
                        <a:pt x="58189" y="44433"/>
                        <a:pt x="105370" y="96653"/>
                        <a:pt x="146597" y="154370"/>
                      </a:cubicBezTo>
                      <a:cubicBezTo>
                        <a:pt x="193778" y="220791"/>
                        <a:pt x="229966" y="293166"/>
                        <a:pt x="255618" y="370580"/>
                      </a:cubicBezTo>
                      <a:cubicBezTo>
                        <a:pt x="273025" y="423258"/>
                        <a:pt x="284476" y="476853"/>
                        <a:pt x="289973" y="532279"/>
                      </a:cubicBezTo>
                      <a:cubicBezTo>
                        <a:pt x="292722" y="560680"/>
                        <a:pt x="295928" y="589080"/>
                        <a:pt x="295928" y="617939"/>
                      </a:cubicBezTo>
                      <a:cubicBezTo>
                        <a:pt x="302799" y="632597"/>
                        <a:pt x="300051" y="648630"/>
                        <a:pt x="299135" y="663288"/>
                      </a:cubicBezTo>
                      <a:cubicBezTo>
                        <a:pt x="292722" y="770477"/>
                        <a:pt x="268444" y="873085"/>
                        <a:pt x="221721" y="970196"/>
                      </a:cubicBezTo>
                      <a:cubicBezTo>
                        <a:pt x="202940" y="1008674"/>
                        <a:pt x="183242" y="1046236"/>
                        <a:pt x="158507" y="1081508"/>
                      </a:cubicBezTo>
                      <a:cubicBezTo>
                        <a:pt x="153926" y="1087004"/>
                        <a:pt x="151636" y="1094334"/>
                        <a:pt x="142932" y="1094334"/>
                      </a:cubicBezTo>
                      <a:close/>
                    </a:path>
                  </a:pathLst>
                </a:custGeom>
                <a:solidFill>
                  <a:srgbClr val="392376"/>
                </a:solidFill>
                <a:ln>
                  <a:noFill/>
                </a:ln>
              </p:spPr>
              <p:txBody>
                <a:bodyPr anchorCtr="0" anchor="ctr" bIns="33925" lIns="67875" spcFirstLastPara="1" rIns="67875" wrap="square" tIns="339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456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" name="Google Shape;101;p13"/>
                <p:cNvSpPr/>
                <p:nvPr/>
              </p:nvSpPr>
              <p:spPr>
                <a:xfrm>
                  <a:off x="11073556" y="577865"/>
                  <a:ext cx="219874" cy="1103953"/>
                </a:xfrm>
                <a:custGeom>
                  <a:rect b="b" l="l" r="r" t="t"/>
                  <a:pathLst>
                    <a:path extrusionOk="0" h="1103953" w="219874">
                      <a:moveTo>
                        <a:pt x="2764" y="1105785"/>
                      </a:moveTo>
                      <a:cubicBezTo>
                        <a:pt x="-1359" y="1101205"/>
                        <a:pt x="473" y="1095250"/>
                        <a:pt x="473" y="1090211"/>
                      </a:cubicBezTo>
                      <a:cubicBezTo>
                        <a:pt x="473" y="732457"/>
                        <a:pt x="473" y="374703"/>
                        <a:pt x="473" y="16949"/>
                      </a:cubicBezTo>
                      <a:cubicBezTo>
                        <a:pt x="473" y="11452"/>
                        <a:pt x="-1817" y="5039"/>
                        <a:pt x="3680" y="0"/>
                      </a:cubicBezTo>
                      <a:cubicBezTo>
                        <a:pt x="61855" y="60007"/>
                        <a:pt x="107662" y="128718"/>
                        <a:pt x="143392" y="203842"/>
                      </a:cubicBezTo>
                      <a:cubicBezTo>
                        <a:pt x="203857" y="330728"/>
                        <a:pt x="229967" y="464485"/>
                        <a:pt x="220348" y="604197"/>
                      </a:cubicBezTo>
                      <a:cubicBezTo>
                        <a:pt x="207064" y="797045"/>
                        <a:pt x="134230" y="964241"/>
                        <a:pt x="2764" y="1105785"/>
                      </a:cubicBezTo>
                      <a:close/>
                    </a:path>
                  </a:pathLst>
                </a:custGeom>
                <a:solidFill>
                  <a:srgbClr val="392376"/>
                </a:solidFill>
                <a:ln>
                  <a:noFill/>
                </a:ln>
              </p:spPr>
              <p:txBody>
                <a:bodyPr anchorCtr="0" anchor="ctr" bIns="33925" lIns="67875" spcFirstLastPara="1" rIns="67875" wrap="square" tIns="339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456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2" name="Google Shape;102;p13"/>
              <p:cNvGrpSpPr/>
              <p:nvPr/>
            </p:nvGrpSpPr>
            <p:grpSpPr>
              <a:xfrm flipH="1" rot="-261621">
                <a:off x="8220583" y="2560873"/>
                <a:ext cx="1306494" cy="1525357"/>
                <a:chOff x="8739710" y="248266"/>
                <a:chExt cx="765266" cy="893463"/>
              </a:xfrm>
            </p:grpSpPr>
            <p:sp>
              <p:nvSpPr>
                <p:cNvPr id="103" name="Google Shape;103;p13"/>
                <p:cNvSpPr/>
                <p:nvPr/>
              </p:nvSpPr>
              <p:spPr>
                <a:xfrm>
                  <a:off x="8739710" y="248266"/>
                  <a:ext cx="765266" cy="893463"/>
                </a:xfrm>
                <a:custGeom>
                  <a:rect b="b" l="l" r="r" t="t"/>
                  <a:pathLst>
                    <a:path extrusionOk="0" h="893463" w="765266">
                      <a:moveTo>
                        <a:pt x="10284" y="1505"/>
                      </a:moveTo>
                      <a:cubicBezTo>
                        <a:pt x="24485" y="23950"/>
                        <a:pt x="42807" y="42731"/>
                        <a:pt x="59298" y="62886"/>
                      </a:cubicBezTo>
                      <a:cubicBezTo>
                        <a:pt x="123886" y="142133"/>
                        <a:pt x="189849" y="220463"/>
                        <a:pt x="254895" y="299251"/>
                      </a:cubicBezTo>
                      <a:cubicBezTo>
                        <a:pt x="324980" y="383995"/>
                        <a:pt x="395523" y="468738"/>
                        <a:pt x="466066" y="553481"/>
                      </a:cubicBezTo>
                      <a:cubicBezTo>
                        <a:pt x="534778" y="636392"/>
                        <a:pt x="603947" y="718845"/>
                        <a:pt x="672199" y="802215"/>
                      </a:cubicBezTo>
                      <a:cubicBezTo>
                        <a:pt x="683651" y="815957"/>
                        <a:pt x="694645" y="829699"/>
                        <a:pt x="707013" y="842984"/>
                      </a:cubicBezTo>
                      <a:cubicBezTo>
                        <a:pt x="714800" y="834738"/>
                        <a:pt x="703348" y="821454"/>
                        <a:pt x="715716" y="815499"/>
                      </a:cubicBezTo>
                      <a:cubicBezTo>
                        <a:pt x="709761" y="843900"/>
                        <a:pt x="724877" y="856726"/>
                        <a:pt x="747323" y="871384"/>
                      </a:cubicBezTo>
                      <a:lnTo>
                        <a:pt x="765266" y="880934"/>
                      </a:lnTo>
                      <a:lnTo>
                        <a:pt x="758219" y="893463"/>
                      </a:lnTo>
                      <a:lnTo>
                        <a:pt x="705180" y="859474"/>
                      </a:lnTo>
                      <a:cubicBezTo>
                        <a:pt x="689148" y="851229"/>
                        <a:pt x="668535" y="852603"/>
                        <a:pt x="650212" y="848938"/>
                      </a:cubicBezTo>
                      <a:cubicBezTo>
                        <a:pt x="325896" y="785724"/>
                        <a:pt x="67085" y="520958"/>
                        <a:pt x="12117" y="195727"/>
                      </a:cubicBezTo>
                      <a:cubicBezTo>
                        <a:pt x="1581" y="134804"/>
                        <a:pt x="-2084" y="73422"/>
                        <a:pt x="1123" y="11582"/>
                      </a:cubicBezTo>
                      <a:cubicBezTo>
                        <a:pt x="1581" y="7001"/>
                        <a:pt x="-2542" y="-3992"/>
                        <a:pt x="10284" y="150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33925" lIns="67875" spcFirstLastPara="1" rIns="67875" wrap="square" tIns="339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456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" name="Google Shape;104;p13"/>
                <p:cNvSpPr/>
                <p:nvPr/>
              </p:nvSpPr>
              <p:spPr>
                <a:xfrm>
                  <a:off x="8746374" y="249770"/>
                  <a:ext cx="705430" cy="847432"/>
                </a:xfrm>
                <a:custGeom>
                  <a:rect b="b" l="l" r="r" t="t"/>
                  <a:pathLst>
                    <a:path extrusionOk="0" h="847432" w="705430">
                      <a:moveTo>
                        <a:pt x="708135" y="814910"/>
                      </a:moveTo>
                      <a:cubicBezTo>
                        <a:pt x="703096" y="822697"/>
                        <a:pt x="706761" y="831400"/>
                        <a:pt x="705845" y="839646"/>
                      </a:cubicBezTo>
                      <a:cubicBezTo>
                        <a:pt x="705387" y="842852"/>
                        <a:pt x="707219" y="847433"/>
                        <a:pt x="703096" y="848807"/>
                      </a:cubicBezTo>
                      <a:cubicBezTo>
                        <a:pt x="698974" y="850181"/>
                        <a:pt x="696683" y="846059"/>
                        <a:pt x="694851" y="843768"/>
                      </a:cubicBezTo>
                      <a:cubicBezTo>
                        <a:pt x="679735" y="825445"/>
                        <a:pt x="664618" y="807123"/>
                        <a:pt x="649502" y="788800"/>
                      </a:cubicBezTo>
                      <a:cubicBezTo>
                        <a:pt x="622018" y="755818"/>
                        <a:pt x="594533" y="722837"/>
                        <a:pt x="567049" y="689398"/>
                      </a:cubicBezTo>
                      <a:cubicBezTo>
                        <a:pt x="531778" y="646797"/>
                        <a:pt x="496506" y="604197"/>
                        <a:pt x="461234" y="561596"/>
                      </a:cubicBezTo>
                      <a:cubicBezTo>
                        <a:pt x="430086" y="524034"/>
                        <a:pt x="398937" y="486014"/>
                        <a:pt x="367788" y="448452"/>
                      </a:cubicBezTo>
                      <a:cubicBezTo>
                        <a:pt x="336181" y="409974"/>
                        <a:pt x="304116" y="371496"/>
                        <a:pt x="272509" y="333018"/>
                      </a:cubicBezTo>
                      <a:cubicBezTo>
                        <a:pt x="241360" y="295456"/>
                        <a:pt x="209753" y="257894"/>
                        <a:pt x="178604" y="220333"/>
                      </a:cubicBezTo>
                      <a:cubicBezTo>
                        <a:pt x="147455" y="183229"/>
                        <a:pt x="116764" y="145667"/>
                        <a:pt x="86074" y="108563"/>
                      </a:cubicBezTo>
                      <a:cubicBezTo>
                        <a:pt x="59505" y="76498"/>
                        <a:pt x="33395" y="44433"/>
                        <a:pt x="6827" y="12368"/>
                      </a:cubicBezTo>
                      <a:cubicBezTo>
                        <a:pt x="4079" y="9161"/>
                        <a:pt x="-4625" y="6413"/>
                        <a:pt x="3163" y="0"/>
                      </a:cubicBezTo>
                      <a:cubicBezTo>
                        <a:pt x="59505" y="4581"/>
                        <a:pt x="114016" y="17865"/>
                        <a:pt x="166236" y="38020"/>
                      </a:cubicBezTo>
                      <a:cubicBezTo>
                        <a:pt x="447950" y="144751"/>
                        <a:pt x="623850" y="345386"/>
                        <a:pt x="692103" y="639010"/>
                      </a:cubicBezTo>
                      <a:cubicBezTo>
                        <a:pt x="705387" y="696269"/>
                        <a:pt x="710426" y="755360"/>
                        <a:pt x="708135" y="814910"/>
                      </a:cubicBezTo>
                      <a:close/>
                    </a:path>
                  </a:pathLst>
                </a:custGeom>
                <a:solidFill>
                  <a:srgbClr val="392376"/>
                </a:solidFill>
                <a:ln>
                  <a:noFill/>
                </a:ln>
              </p:spPr>
              <p:txBody>
                <a:bodyPr anchorCtr="0" anchor="ctr" bIns="33925" lIns="67875" spcFirstLastPara="1" rIns="67875" wrap="square" tIns="339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456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 txBox="1"/>
          <p:nvPr/>
        </p:nvSpPr>
        <p:spPr>
          <a:xfrm>
            <a:off x="3099825" y="343225"/>
            <a:ext cx="6199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BC0CB"/>
                </a:solidFill>
                <a:latin typeface="Spectral"/>
                <a:ea typeface="Spectral"/>
                <a:cs typeface="Spectral"/>
                <a:sym typeface="Spectral"/>
              </a:rPr>
              <a:t>LANGUAGE</a:t>
            </a:r>
            <a:r>
              <a:rPr lang="en-US" sz="2000">
                <a:solidFill>
                  <a:srgbClr val="3BC0CB"/>
                </a:solidFill>
                <a:latin typeface="Spectral"/>
                <a:ea typeface="Spectral"/>
                <a:cs typeface="Spectral"/>
                <a:sym typeface="Spectral"/>
              </a:rPr>
              <a:t> MODEL</a:t>
            </a:r>
            <a:endParaRPr sz="2000">
              <a:solidFill>
                <a:srgbClr val="3BC0CB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grpSp>
        <p:nvGrpSpPr>
          <p:cNvPr id="110" name="Google Shape;110;p14"/>
          <p:cNvGrpSpPr/>
          <p:nvPr/>
        </p:nvGrpSpPr>
        <p:grpSpPr>
          <a:xfrm>
            <a:off x="884444" y="1071575"/>
            <a:ext cx="7792706" cy="3605199"/>
            <a:chOff x="884444" y="1071575"/>
            <a:chExt cx="7792706" cy="3605199"/>
          </a:xfrm>
        </p:grpSpPr>
        <p:grpSp>
          <p:nvGrpSpPr>
            <p:cNvPr id="111" name="Google Shape;111;p14"/>
            <p:cNvGrpSpPr/>
            <p:nvPr/>
          </p:nvGrpSpPr>
          <p:grpSpPr>
            <a:xfrm>
              <a:off x="884444" y="1073742"/>
              <a:ext cx="5823080" cy="3603032"/>
              <a:chOff x="1563600" y="887300"/>
              <a:chExt cx="6124401" cy="3789474"/>
            </a:xfrm>
          </p:grpSpPr>
          <p:pic>
            <p:nvPicPr>
              <p:cNvPr id="112" name="Google Shape;112;p14"/>
              <p:cNvPicPr preferRelativeResize="0"/>
              <p:nvPr/>
            </p:nvPicPr>
            <p:blipFill rotWithShape="1">
              <a:blip r:embed="rId3">
                <a:alphaModFix/>
              </a:blip>
              <a:srcRect b="0" l="21513" r="9201" t="0"/>
              <a:stretch/>
            </p:blipFill>
            <p:spPr>
              <a:xfrm>
                <a:off x="1563600" y="887300"/>
                <a:ext cx="6124401" cy="37894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3" name="Google Shape;113;p14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072225" y="3082575"/>
                <a:ext cx="1773200" cy="582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4" name="Google Shape;114;p14"/>
              <p:cNvPicPr preferRelativeResize="0"/>
              <p:nvPr/>
            </p:nvPicPr>
            <p:blipFill rotWithShape="1">
              <a:blip r:embed="rId4">
                <a:alphaModFix/>
              </a:blip>
              <a:srcRect b="-9" l="0" r="0" t="13444"/>
              <a:stretch/>
            </p:blipFill>
            <p:spPr>
              <a:xfrm>
                <a:off x="6552405" y="2529952"/>
                <a:ext cx="933977" cy="50418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15" name="Google Shape;115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191924" y="1445138"/>
              <a:ext cx="4451825" cy="28602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6" name="Google Shape;116;p14"/>
            <p:cNvCxnSpPr/>
            <p:nvPr/>
          </p:nvCxnSpPr>
          <p:spPr>
            <a:xfrm>
              <a:off x="6611950" y="1071575"/>
              <a:ext cx="2065200" cy="408000"/>
            </a:xfrm>
            <a:prstGeom prst="straightConnector1">
              <a:avLst/>
            </a:prstGeom>
            <a:noFill/>
            <a:ln cap="flat" cmpd="sng" w="28575">
              <a:solidFill>
                <a:srgbClr val="F8E9A2"/>
              </a:solidFill>
              <a:prstDash val="solid"/>
              <a:round/>
              <a:headEnd len="med" w="med" type="diamond"/>
              <a:tailEnd len="med" w="med" type="diamond"/>
            </a:ln>
          </p:spPr>
        </p:cxnSp>
        <p:cxnSp>
          <p:nvCxnSpPr>
            <p:cNvPr id="117" name="Google Shape;117;p14"/>
            <p:cNvCxnSpPr/>
            <p:nvPr/>
          </p:nvCxnSpPr>
          <p:spPr>
            <a:xfrm flipH="1" rot="10800000">
              <a:off x="6611950" y="4305375"/>
              <a:ext cx="2030400" cy="342900"/>
            </a:xfrm>
            <a:prstGeom prst="straightConnector1">
              <a:avLst/>
            </a:prstGeom>
            <a:noFill/>
            <a:ln cap="flat" cmpd="sng" w="28575">
              <a:solidFill>
                <a:srgbClr val="F8E9A2"/>
              </a:solidFill>
              <a:prstDash val="solid"/>
              <a:round/>
              <a:headEnd len="med" w="med" type="diamond"/>
              <a:tailEnd len="med" w="med" type="diamond"/>
            </a:ln>
          </p:spPr>
        </p:cxnSp>
      </p:grpSp>
      <p:pic>
        <p:nvPicPr>
          <p:cNvPr id="118" name="Google Shape;118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30300" y="3631100"/>
            <a:ext cx="1154950" cy="58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/>
          <p:cNvPicPr preferRelativeResize="0"/>
          <p:nvPr/>
        </p:nvPicPr>
        <p:blipFill rotWithShape="1">
          <a:blip r:embed="rId3">
            <a:alphaModFix/>
          </a:blip>
          <a:srcRect b="9091" l="0" r="0" t="0"/>
          <a:stretch/>
        </p:blipFill>
        <p:spPr>
          <a:xfrm>
            <a:off x="1547813" y="564575"/>
            <a:ext cx="6048375" cy="4398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>
            <p:ph type="title"/>
          </p:nvPr>
        </p:nvSpPr>
        <p:spPr>
          <a:xfrm>
            <a:off x="3473102" y="322393"/>
            <a:ext cx="2650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4A86E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SLM  VS  LLM</a:t>
            </a:r>
            <a:endParaRPr b="1">
              <a:solidFill>
                <a:srgbClr val="4A86E8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9" name="Google Shape;129;p16"/>
          <p:cNvSpPr/>
          <p:nvPr/>
        </p:nvSpPr>
        <p:spPr>
          <a:xfrm rot="3196030">
            <a:off x="6151807" y="226219"/>
            <a:ext cx="221629" cy="543066"/>
          </a:xfrm>
          <a:custGeom>
            <a:rect b="b" l="l" r="r" t="t"/>
            <a:pathLst>
              <a:path extrusionOk="0" h="2598393" w="1060423">
                <a:moveTo>
                  <a:pt x="511607" y="1989888"/>
                </a:moveTo>
                <a:cubicBezTo>
                  <a:pt x="421916" y="2038892"/>
                  <a:pt x="392123" y="2248491"/>
                  <a:pt x="577615" y="2379095"/>
                </a:cubicBezTo>
                <a:cubicBezTo>
                  <a:pt x="531205" y="2257454"/>
                  <a:pt x="562054" y="2197447"/>
                  <a:pt x="592034" y="2136572"/>
                </a:cubicBezTo>
                <a:cubicBezTo>
                  <a:pt x="592534" y="2167519"/>
                  <a:pt x="560915" y="2234057"/>
                  <a:pt x="638675" y="2272816"/>
                </a:cubicBezTo>
                <a:cubicBezTo>
                  <a:pt x="602283" y="2156226"/>
                  <a:pt x="756001" y="2119500"/>
                  <a:pt x="594605" y="1990756"/>
                </a:cubicBezTo>
                <a:cubicBezTo>
                  <a:pt x="828052" y="2024484"/>
                  <a:pt x="759407" y="2143283"/>
                  <a:pt x="814896" y="2262952"/>
                </a:cubicBezTo>
                <a:cubicBezTo>
                  <a:pt x="774295" y="2270013"/>
                  <a:pt x="715464" y="2161619"/>
                  <a:pt x="728685" y="2212952"/>
                </a:cubicBezTo>
                <a:cubicBezTo>
                  <a:pt x="798068" y="2415798"/>
                  <a:pt x="590532" y="2421590"/>
                  <a:pt x="656442" y="2598393"/>
                </a:cubicBezTo>
                <a:cubicBezTo>
                  <a:pt x="451592" y="2586815"/>
                  <a:pt x="511509" y="2396411"/>
                  <a:pt x="415171" y="2350110"/>
                </a:cubicBezTo>
                <a:cubicBezTo>
                  <a:pt x="389023" y="2345435"/>
                  <a:pt x="357666" y="2366802"/>
                  <a:pt x="415723" y="2461957"/>
                </a:cubicBezTo>
                <a:cubicBezTo>
                  <a:pt x="77590" y="2209980"/>
                  <a:pt x="314998" y="2004011"/>
                  <a:pt x="511607" y="1989888"/>
                </a:cubicBezTo>
                <a:close/>
                <a:moveTo>
                  <a:pt x="344786" y="1884983"/>
                </a:moveTo>
                <a:lnTo>
                  <a:pt x="722598" y="1884983"/>
                </a:lnTo>
                <a:cubicBezTo>
                  <a:pt x="716460" y="1906965"/>
                  <a:pt x="711917" y="1928321"/>
                  <a:pt x="707988" y="1948728"/>
                </a:cubicBezTo>
                <a:lnTo>
                  <a:pt x="357819" y="1948059"/>
                </a:lnTo>
                <a:close/>
                <a:moveTo>
                  <a:pt x="530212" y="651224"/>
                </a:moveTo>
                <a:cubicBezTo>
                  <a:pt x="585486" y="651224"/>
                  <a:pt x="630294" y="696033"/>
                  <a:pt x="630294" y="751307"/>
                </a:cubicBezTo>
                <a:cubicBezTo>
                  <a:pt x="630294" y="806581"/>
                  <a:pt x="585486" y="851389"/>
                  <a:pt x="530212" y="851389"/>
                </a:cubicBezTo>
                <a:cubicBezTo>
                  <a:pt x="474938" y="851389"/>
                  <a:pt x="430129" y="806581"/>
                  <a:pt x="430129" y="751307"/>
                </a:cubicBezTo>
                <a:cubicBezTo>
                  <a:pt x="430129" y="696033"/>
                  <a:pt x="474938" y="651224"/>
                  <a:pt x="530212" y="651224"/>
                </a:cubicBezTo>
                <a:close/>
                <a:moveTo>
                  <a:pt x="530212" y="551141"/>
                </a:moveTo>
                <a:cubicBezTo>
                  <a:pt x="419664" y="551141"/>
                  <a:pt x="330046" y="640759"/>
                  <a:pt x="330046" y="751307"/>
                </a:cubicBezTo>
                <a:cubicBezTo>
                  <a:pt x="330046" y="861855"/>
                  <a:pt x="419664" y="951472"/>
                  <a:pt x="530212" y="951472"/>
                </a:cubicBezTo>
                <a:cubicBezTo>
                  <a:pt x="640760" y="951472"/>
                  <a:pt x="730377" y="861855"/>
                  <a:pt x="730377" y="751307"/>
                </a:cubicBezTo>
                <a:cubicBezTo>
                  <a:pt x="730377" y="640759"/>
                  <a:pt x="640760" y="551141"/>
                  <a:pt x="530212" y="551141"/>
                </a:cubicBezTo>
                <a:close/>
                <a:moveTo>
                  <a:pt x="286245" y="353827"/>
                </a:moveTo>
                <a:cubicBezTo>
                  <a:pt x="438132" y="439406"/>
                  <a:pt x="623290" y="440561"/>
                  <a:pt x="776100" y="356932"/>
                </a:cubicBezTo>
                <a:cubicBezTo>
                  <a:pt x="941305" y="720175"/>
                  <a:pt x="898096" y="1115325"/>
                  <a:pt x="825241" y="1447764"/>
                </a:cubicBezTo>
                <a:lnTo>
                  <a:pt x="1060423" y="1673413"/>
                </a:lnTo>
                <a:lnTo>
                  <a:pt x="1021935" y="1978110"/>
                </a:lnTo>
                <a:lnTo>
                  <a:pt x="745125" y="1786699"/>
                </a:lnTo>
                <a:lnTo>
                  <a:pt x="734250" y="1834148"/>
                </a:lnTo>
                <a:lnTo>
                  <a:pt x="332991" y="1834148"/>
                </a:lnTo>
                <a:cubicBezTo>
                  <a:pt x="330005" y="1820736"/>
                  <a:pt x="326662" y="1807037"/>
                  <a:pt x="323192" y="1793020"/>
                </a:cubicBezTo>
                <a:lnTo>
                  <a:pt x="38489" y="1989888"/>
                </a:lnTo>
                <a:lnTo>
                  <a:pt x="0" y="1685191"/>
                </a:lnTo>
                <a:lnTo>
                  <a:pt x="237343" y="1457469"/>
                </a:lnTo>
                <a:lnTo>
                  <a:pt x="238009" y="1459571"/>
                </a:lnTo>
                <a:lnTo>
                  <a:pt x="242012" y="1446515"/>
                </a:lnTo>
                <a:cubicBezTo>
                  <a:pt x="171205" y="1115067"/>
                  <a:pt x="127758" y="714059"/>
                  <a:pt x="286245" y="353827"/>
                </a:cubicBezTo>
                <a:close/>
                <a:moveTo>
                  <a:pt x="527942" y="0"/>
                </a:moveTo>
                <a:cubicBezTo>
                  <a:pt x="622760" y="95693"/>
                  <a:pt x="695048" y="196745"/>
                  <a:pt x="748164" y="301374"/>
                </a:cubicBezTo>
                <a:cubicBezTo>
                  <a:pt x="612692" y="376844"/>
                  <a:pt x="447588" y="375495"/>
                  <a:pt x="312997" y="298024"/>
                </a:cubicBezTo>
                <a:cubicBezTo>
                  <a:pt x="364591" y="193505"/>
                  <a:pt x="435080" y="93397"/>
                  <a:pt x="52794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8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6"/>
          <p:cNvCxnSpPr/>
          <p:nvPr/>
        </p:nvCxnSpPr>
        <p:spPr>
          <a:xfrm>
            <a:off x="4393150" y="1054875"/>
            <a:ext cx="0" cy="3621900"/>
          </a:xfrm>
          <a:prstGeom prst="straightConnector1">
            <a:avLst/>
          </a:prstGeom>
          <a:noFill/>
          <a:ln cap="flat" cmpd="sng" w="44450">
            <a:solidFill>
              <a:srgbClr val="FBBF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16"/>
          <p:cNvSpPr txBox="1"/>
          <p:nvPr/>
        </p:nvSpPr>
        <p:spPr>
          <a:xfrm>
            <a:off x="4844300" y="1040627"/>
            <a:ext cx="36951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Massive AI models trained on billions or trillions of parameters to achieve advanced reasoning, creativity, and multi-domain understanding. </a:t>
            </a:r>
            <a:endParaRPr sz="1300">
              <a:solidFill>
                <a:schemeClr val="lt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Examples</a:t>
            </a:r>
            <a:endParaRPr sz="1300">
              <a:solidFill>
                <a:schemeClr val="lt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Spectral Medium"/>
              <a:buChar char="●"/>
            </a:pPr>
            <a:r>
              <a:rPr lang="en-US" sz="13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GPT-4 / GPT-4o</a:t>
            </a:r>
            <a:endParaRPr sz="1300">
              <a:solidFill>
                <a:schemeClr val="lt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Spectral Medium"/>
              <a:buChar char="●"/>
            </a:pPr>
            <a:r>
              <a:rPr lang="en-US" sz="13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Claude 3.5</a:t>
            </a:r>
            <a:endParaRPr sz="1300">
              <a:solidFill>
                <a:schemeClr val="lt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Spectral Medium"/>
              <a:buChar char="●"/>
            </a:pPr>
            <a:r>
              <a:rPr lang="en-US" sz="13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Google Gemini</a:t>
            </a:r>
            <a:endParaRPr sz="1300">
              <a:solidFill>
                <a:schemeClr val="lt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Spectral Medium"/>
              <a:buChar char="●"/>
            </a:pPr>
            <a:r>
              <a:rPr lang="en-US" sz="13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PaLM</a:t>
            </a:r>
            <a:endParaRPr sz="1300">
              <a:solidFill>
                <a:schemeClr val="lt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10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783650" y="1054875"/>
            <a:ext cx="3395700" cy="3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Highly efficient, lightweight models designed for specific tasks and optimized for local deployment. They require fewer parameters and can run on edge devices making them ideal for real-time applications.</a:t>
            </a:r>
            <a:endParaRPr sz="1300">
              <a:solidFill>
                <a:schemeClr val="lt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Examples</a:t>
            </a:r>
            <a:endParaRPr sz="1300">
              <a:solidFill>
                <a:schemeClr val="lt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Spectral Medium"/>
              <a:buChar char="●"/>
            </a:pPr>
            <a:r>
              <a:rPr lang="en-US" sz="13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Phi-3, Phi-2</a:t>
            </a:r>
            <a:endParaRPr sz="1300">
              <a:solidFill>
                <a:schemeClr val="lt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Spectral Medium"/>
              <a:buChar char="●"/>
            </a:pPr>
            <a:r>
              <a:rPr lang="en-US" sz="13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Llama 3 (8B)</a:t>
            </a:r>
            <a:endParaRPr sz="1300">
              <a:solidFill>
                <a:schemeClr val="lt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Spectral Medium"/>
              <a:buChar char="●"/>
            </a:pPr>
            <a:r>
              <a:rPr lang="en-US" sz="13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TinyLlama</a:t>
            </a:r>
            <a:endParaRPr sz="1300">
              <a:solidFill>
                <a:schemeClr val="lt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>
            <p:ph type="title"/>
          </p:nvPr>
        </p:nvSpPr>
        <p:spPr>
          <a:xfrm>
            <a:off x="3170001" y="206275"/>
            <a:ext cx="257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Playfair Display"/>
                <a:ea typeface="Playfair Display"/>
                <a:cs typeface="Playfair Display"/>
                <a:sym typeface="Playfair Display"/>
              </a:rPr>
              <a:t>Advantages of  SLMs</a:t>
            </a:r>
            <a:endParaRPr b="1" sz="20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138" name="Google Shape;138;p17"/>
          <p:cNvCxnSpPr/>
          <p:nvPr/>
        </p:nvCxnSpPr>
        <p:spPr>
          <a:xfrm rot="10800000">
            <a:off x="2418596" y="660708"/>
            <a:ext cx="4363800" cy="12600"/>
          </a:xfrm>
          <a:prstGeom prst="straightConnector1">
            <a:avLst/>
          </a:prstGeom>
          <a:noFill/>
          <a:ln cap="flat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9" name="Google Shape;139;p17"/>
          <p:cNvPicPr preferRelativeResize="0"/>
          <p:nvPr/>
        </p:nvPicPr>
        <p:blipFill rotWithShape="1">
          <a:blip r:embed="rId3">
            <a:alphaModFix/>
          </a:blip>
          <a:srcRect b="3568" l="0" r="67049" t="0"/>
          <a:stretch/>
        </p:blipFill>
        <p:spPr>
          <a:xfrm>
            <a:off x="3259400" y="807625"/>
            <a:ext cx="2151868" cy="160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/>
          <p:cNvPicPr preferRelativeResize="0"/>
          <p:nvPr/>
        </p:nvPicPr>
        <p:blipFill rotWithShape="1">
          <a:blip r:embed="rId3">
            <a:alphaModFix/>
          </a:blip>
          <a:srcRect b="3569" l="33007" r="34042" t="2990"/>
          <a:stretch/>
        </p:blipFill>
        <p:spPr>
          <a:xfrm>
            <a:off x="4572000" y="3293493"/>
            <a:ext cx="2073800" cy="1496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/>
          <p:cNvPicPr preferRelativeResize="0"/>
          <p:nvPr/>
        </p:nvPicPr>
        <p:blipFill rotWithShape="1">
          <a:blip r:embed="rId3">
            <a:alphaModFix/>
          </a:blip>
          <a:srcRect b="3115" l="66564" r="0" t="5268"/>
          <a:stretch/>
        </p:blipFill>
        <p:spPr>
          <a:xfrm>
            <a:off x="5912350" y="1497763"/>
            <a:ext cx="2298276" cy="160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50678" t="0"/>
          <a:stretch/>
        </p:blipFill>
        <p:spPr>
          <a:xfrm>
            <a:off x="775275" y="1493550"/>
            <a:ext cx="2151874" cy="1610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/>
          <p:cNvPicPr preferRelativeResize="0"/>
          <p:nvPr/>
        </p:nvPicPr>
        <p:blipFill rotWithShape="1">
          <a:blip r:embed="rId4">
            <a:alphaModFix/>
          </a:blip>
          <a:srcRect b="0" l="49652" r="1026" t="0"/>
          <a:stretch/>
        </p:blipFill>
        <p:spPr>
          <a:xfrm>
            <a:off x="1981375" y="3249175"/>
            <a:ext cx="2073800" cy="15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erate an image according to the advantages of Large language model, just visualize the stuffs" id="148" name="Google Shape;14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title"/>
          </p:nvPr>
        </p:nvSpPr>
        <p:spPr>
          <a:xfrm>
            <a:off x="3286801" y="277500"/>
            <a:ext cx="257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Spectral Medium"/>
                <a:ea typeface="Spectral Medium"/>
                <a:cs typeface="Spectral Medium"/>
                <a:sym typeface="Spectral Medium"/>
              </a:rPr>
              <a:t>Challenges of SLMs</a:t>
            </a:r>
            <a:endParaRPr sz="2000">
              <a:latin typeface="Spectral Medium"/>
              <a:ea typeface="Spectral Medium"/>
              <a:cs typeface="Spectral Medium"/>
              <a:sym typeface="Spectral Medium"/>
            </a:endParaRPr>
          </a:p>
        </p:txBody>
      </p:sp>
      <p:cxnSp>
        <p:nvCxnSpPr>
          <p:cNvPr id="154" name="Google Shape;154;p19"/>
          <p:cNvCxnSpPr/>
          <p:nvPr/>
        </p:nvCxnSpPr>
        <p:spPr>
          <a:xfrm rot="10800000">
            <a:off x="2418596" y="660708"/>
            <a:ext cx="4363800" cy="12600"/>
          </a:xfrm>
          <a:prstGeom prst="straightConnector1">
            <a:avLst/>
          </a:prstGeom>
          <a:noFill/>
          <a:ln cap="flat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19"/>
          <p:cNvSpPr/>
          <p:nvPr/>
        </p:nvSpPr>
        <p:spPr>
          <a:xfrm>
            <a:off x="8130141" y="951986"/>
            <a:ext cx="433136" cy="436662"/>
          </a:xfrm>
          <a:custGeom>
            <a:rect b="b" l="l" r="r" t="t"/>
            <a:pathLst>
              <a:path extrusionOk="0" h="3234532" w="320841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8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714175" y="1527000"/>
            <a:ext cx="4286400" cy="247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pectral"/>
              <a:buChar char="●"/>
            </a:pPr>
            <a:r>
              <a:rPr b="0" i="0" lang="en-US" sz="1400">
                <a:solidFill>
                  <a:srgbClr val="FFFFFF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Limited Generalization</a:t>
            </a:r>
            <a:endParaRPr b="0" i="0"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400"/>
              <a:buFont typeface="Spectral"/>
              <a:buChar char="●"/>
            </a:pPr>
            <a:r>
              <a:rPr b="0" i="0" lang="en-US" sz="1400">
                <a:solidFill>
                  <a:srgbClr val="FFFFFF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Lower Reasoning Capability</a:t>
            </a:r>
            <a:endParaRPr b="0" i="0"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400"/>
              <a:buFont typeface="Spectral"/>
              <a:buChar char="●"/>
            </a:pPr>
            <a:r>
              <a:rPr b="0" i="0" lang="en-US" sz="1400">
                <a:solidFill>
                  <a:srgbClr val="FFFFFF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Requires Fine-Tuning Effort</a:t>
            </a:r>
            <a:endParaRPr b="0" i="0"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400"/>
              <a:buFont typeface="Spectral"/>
              <a:buChar char="●"/>
            </a:pPr>
            <a:r>
              <a:rPr b="0" i="0" lang="en-US" sz="1400">
                <a:solidFill>
                  <a:srgbClr val="FFFFFF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Infrastructure Responsibility</a:t>
            </a:r>
            <a:endParaRPr b="0" i="0"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SzPts val="1400"/>
              <a:buFont typeface="Spectral"/>
              <a:buChar char="●"/>
            </a:pPr>
            <a:r>
              <a:rPr b="0" i="0" lang="en-US" sz="1400">
                <a:solidFill>
                  <a:srgbClr val="FFFFFF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Scaling Limitations</a:t>
            </a:r>
            <a:endParaRPr b="0" i="0">
              <a:latin typeface="Spectral Medium"/>
              <a:ea typeface="Spectral Medium"/>
              <a:cs typeface="Spectral Medium"/>
              <a:sym typeface="Spectral Medium"/>
            </a:endParaRPr>
          </a:p>
        </p:txBody>
      </p:sp>
      <p:grpSp>
        <p:nvGrpSpPr>
          <p:cNvPr id="157" name="Google Shape;157;p19"/>
          <p:cNvGrpSpPr/>
          <p:nvPr/>
        </p:nvGrpSpPr>
        <p:grpSpPr>
          <a:xfrm>
            <a:off x="4953000" y="1428750"/>
            <a:ext cx="3619500" cy="2667000"/>
            <a:chOff x="4953000" y="1428750"/>
            <a:chExt cx="3619500" cy="2667000"/>
          </a:xfrm>
        </p:grpSpPr>
        <p:pic>
          <p:nvPicPr>
            <p:cNvPr descr="A professional 3D isometric illustration representing artificial intelligence challenges. The image should feature a small, glowing brain icon or a microchip being constrained by complex mechanical gears and locks, symbolizing limited generalization and reasoning. Use a dark background with neon blue and pink accents to match the presentation's color scheme." id="158" name="Google Shape;158;p19"/>
            <p:cNvPicPr preferRelativeResize="0"/>
            <p:nvPr/>
          </p:nvPicPr>
          <p:blipFill rotWithShape="1">
            <a:blip r:embed="rId3">
              <a:alphaModFix/>
            </a:blip>
            <a:srcRect b="884" l="0" r="0" t="874"/>
            <a:stretch/>
          </p:blipFill>
          <p:spPr>
            <a:xfrm>
              <a:off x="4953000" y="1428750"/>
              <a:ext cx="3619500" cy="2667000"/>
            </a:xfrm>
            <a:prstGeom prst="roundRect">
              <a:avLst>
                <a:gd fmla="val 4285" name="adj"/>
              </a:avLst>
            </a:prstGeom>
            <a:noFill/>
            <a:ln>
              <a:noFill/>
            </a:ln>
          </p:spPr>
        </p:pic>
        <p:sp>
          <p:nvSpPr>
            <p:cNvPr id="159" name="Google Shape;159;p19"/>
            <p:cNvSpPr/>
            <p:nvPr/>
          </p:nvSpPr>
          <p:spPr>
            <a:xfrm>
              <a:off x="4953000" y="1428750"/>
              <a:ext cx="3619500" cy="2667000"/>
            </a:xfrm>
            <a:prstGeom prst="roundRect">
              <a:avLst>
                <a:gd fmla="val 4285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007D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dd an image base on the content and which is relevent to this" id="164" name="Google Shape;16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24114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type="title"/>
          </p:nvPr>
        </p:nvSpPr>
        <p:spPr>
          <a:xfrm>
            <a:off x="2858249" y="277500"/>
            <a:ext cx="3427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Spectral Medium"/>
                <a:ea typeface="Spectral Medium"/>
                <a:cs typeface="Spectral Medium"/>
                <a:sym typeface="Spectral Medium"/>
              </a:rPr>
              <a:t>Performance Comparison </a:t>
            </a:r>
            <a:endParaRPr sz="2000">
              <a:latin typeface="Spectral Medium"/>
              <a:ea typeface="Spectral Medium"/>
              <a:cs typeface="Spectral Medium"/>
              <a:sym typeface="Spectral Medium"/>
            </a:endParaRPr>
          </a:p>
        </p:txBody>
      </p:sp>
      <p:cxnSp>
        <p:nvCxnSpPr>
          <p:cNvPr id="170" name="Google Shape;170;p21"/>
          <p:cNvCxnSpPr/>
          <p:nvPr/>
        </p:nvCxnSpPr>
        <p:spPr>
          <a:xfrm rot="10800000">
            <a:off x="2418596" y="660708"/>
            <a:ext cx="4363800" cy="12600"/>
          </a:xfrm>
          <a:prstGeom prst="straightConnector1">
            <a:avLst/>
          </a:prstGeom>
          <a:noFill/>
          <a:ln cap="flat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71" name="Google Shape;171;p21"/>
          <p:cNvGraphicFramePr/>
          <p:nvPr/>
        </p:nvGraphicFramePr>
        <p:xfrm>
          <a:off x="395088" y="10654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{9D217021-5432-4526-B35C-AAD3F82A68CF}</a:tableStyleId>
              </a:tblPr>
              <a:tblGrid>
                <a:gridCol w="1875275"/>
                <a:gridCol w="3216525"/>
                <a:gridCol w="34523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Metric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SLM (e.g., Llama‑3 8B / Phi‑3‑Mini)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LLM (e.g., GPT‑4o / Claude 3.5)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1. Accuracy (Targeted Task)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~98.2% (high due to domain-specific fine-tuning)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~98.6% (slightly higher but marginal difference)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2. Time-to-First -Token (TTFT)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~100 ms (very fast, local execution)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~450 ms (affected by network latency)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3. Throughput (Tokens/sec)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400–800+ tokens/sec (high-speed generation locally)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80–100 tokens/sec (limited by cloud processing)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4. Operational Cost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Very low (~$5/day, local compute cost)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Very high (~$450/day, API usage cost)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>
            <p:ph type="title"/>
          </p:nvPr>
        </p:nvSpPr>
        <p:spPr>
          <a:xfrm>
            <a:off x="2996583" y="252348"/>
            <a:ext cx="3427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Spectral Medium"/>
                <a:ea typeface="Spectral Medium"/>
                <a:cs typeface="Spectral Medium"/>
                <a:sym typeface="Spectral Medium"/>
              </a:rPr>
              <a:t>Performance Comparison </a:t>
            </a:r>
            <a:endParaRPr sz="2000">
              <a:latin typeface="Spectral Medium"/>
              <a:ea typeface="Spectral Medium"/>
              <a:cs typeface="Spectral Medium"/>
              <a:sym typeface="Spectral Medium"/>
            </a:endParaRPr>
          </a:p>
        </p:txBody>
      </p:sp>
      <p:cxnSp>
        <p:nvCxnSpPr>
          <p:cNvPr id="177" name="Google Shape;177;p22"/>
          <p:cNvCxnSpPr/>
          <p:nvPr/>
        </p:nvCxnSpPr>
        <p:spPr>
          <a:xfrm rot="10800000">
            <a:off x="2418596" y="635557"/>
            <a:ext cx="4363800" cy="12600"/>
          </a:xfrm>
          <a:prstGeom prst="straightConnector1">
            <a:avLst/>
          </a:prstGeom>
          <a:noFill/>
          <a:ln cap="flat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2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</a:t>
            </a:r>
            <a:endParaRPr/>
          </a:p>
        </p:txBody>
      </p:sp>
      <p:graphicFrame>
        <p:nvGraphicFramePr>
          <p:cNvPr id="179" name="Google Shape;179;p22"/>
          <p:cNvGraphicFramePr/>
          <p:nvPr/>
        </p:nvGraphicFramePr>
        <p:xfrm>
          <a:off x="395088" y="93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{9D217021-5432-4526-B35C-AAD3F82A68CF}</a:tableStyleId>
              </a:tblPr>
              <a:tblGrid>
                <a:gridCol w="1954300"/>
                <a:gridCol w="3114100"/>
                <a:gridCol w="3342400"/>
              </a:tblGrid>
              <a:tr h="401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Metric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SLM (e.g., Llama‑3 8B / Phi‑3‑Mini)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LLM (e.g., GPT‑4o / Claude 3.5)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7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5. Hardware Footprint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5–16 GB RAM (runs on laptops/edge devices)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Requires 150+ GB VRAM (data center-level GPUs)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7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6. Data Privacy &amp; Compliance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Fully local → no external data exposure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Data sent to cloud → potential privacy concerns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7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7. Context Window Capacity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Limited (8K–32K tokens)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Very large (200K–1M+ tokens)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7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8. Multi-Step Reasoning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Moderate capability (struggles with complex logic)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  <a:latin typeface="Spectral"/>
                          <a:ea typeface="Spectral"/>
                          <a:cs typeface="Spectral"/>
                          <a:sym typeface="Spectral"/>
                        </a:rPr>
                        <a:t>Strong reasoning (handles advanced tasks and creativity)</a:t>
                      </a:r>
                      <a:endParaRPr>
                        <a:solidFill>
                          <a:schemeClr val="lt1"/>
                        </a:solidFill>
                        <a:latin typeface="Spectral"/>
                        <a:ea typeface="Spectral"/>
                        <a:cs typeface="Spectral"/>
                        <a:sym typeface="Spectr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type="title"/>
          </p:nvPr>
        </p:nvSpPr>
        <p:spPr>
          <a:xfrm>
            <a:off x="2943727" y="263275"/>
            <a:ext cx="3427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Spectral Medium"/>
                <a:ea typeface="Spectral Medium"/>
                <a:cs typeface="Spectral Medium"/>
                <a:sym typeface="Spectral Medium"/>
              </a:rPr>
              <a:t>Future Trends: SLM </a:t>
            </a:r>
            <a:endParaRPr sz="2000">
              <a:latin typeface="Spectral Medium"/>
              <a:ea typeface="Spectral Medium"/>
              <a:cs typeface="Spectral Medium"/>
              <a:sym typeface="Spectral Medium"/>
            </a:endParaRPr>
          </a:p>
        </p:txBody>
      </p:sp>
      <p:cxnSp>
        <p:nvCxnSpPr>
          <p:cNvPr id="185" name="Google Shape;185;p23"/>
          <p:cNvCxnSpPr/>
          <p:nvPr/>
        </p:nvCxnSpPr>
        <p:spPr>
          <a:xfrm rot="10800000">
            <a:off x="2418596" y="660708"/>
            <a:ext cx="4363800" cy="12600"/>
          </a:xfrm>
          <a:prstGeom prst="straightConnector1">
            <a:avLst/>
          </a:prstGeom>
          <a:noFill/>
          <a:ln cap="flat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23"/>
          <p:cNvSpPr txBox="1"/>
          <p:nvPr/>
        </p:nvSpPr>
        <p:spPr>
          <a:xfrm>
            <a:off x="560775" y="1686775"/>
            <a:ext cx="34275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Rise of Edge &amp; On-Device AI</a:t>
            </a:r>
            <a:br>
              <a:rPr lang="en-US" sz="12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</a:br>
            <a:r>
              <a:rPr lang="en-US" sz="12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 </a:t>
            </a:r>
            <a:endParaRPr sz="1200">
              <a:solidFill>
                <a:schemeClr val="lt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Enterprise Cost Optimization</a:t>
            </a:r>
            <a:br>
              <a:rPr lang="en-US" sz="12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</a:br>
            <a:r>
              <a:rPr lang="en-US" sz="12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 </a:t>
            </a:r>
            <a:endParaRPr sz="1200">
              <a:solidFill>
                <a:schemeClr val="lt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Domain-Specific AI Growth</a:t>
            </a:r>
            <a:br>
              <a:rPr lang="en-US" sz="12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</a:br>
            <a:endParaRPr sz="1200">
              <a:solidFill>
                <a:schemeClr val="lt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Privacy-First AI Adoption</a:t>
            </a:r>
            <a:br>
              <a:rPr lang="en-US" sz="12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</a:br>
            <a:endParaRPr sz="1200" u="sng">
              <a:solidFill>
                <a:schemeClr val="lt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</p:txBody>
      </p:sp>
      <p:pic>
        <p:nvPicPr>
          <p:cNvPr id="187" name="Google Shape;187;p23"/>
          <p:cNvPicPr preferRelativeResize="0"/>
          <p:nvPr/>
        </p:nvPicPr>
        <p:blipFill rotWithShape="1">
          <a:blip r:embed="rId3">
            <a:alphaModFix/>
          </a:blip>
          <a:srcRect b="0" l="26487" r="0" t="0"/>
          <a:stretch/>
        </p:blipFill>
        <p:spPr>
          <a:xfrm>
            <a:off x="4270000" y="1847050"/>
            <a:ext cx="4519624" cy="214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 txBox="1"/>
          <p:nvPr>
            <p:ph type="title"/>
          </p:nvPr>
        </p:nvSpPr>
        <p:spPr>
          <a:xfrm>
            <a:off x="2943727" y="263275"/>
            <a:ext cx="3427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Spectral Medium"/>
                <a:ea typeface="Spectral Medium"/>
                <a:cs typeface="Spectral Medium"/>
                <a:sym typeface="Spectral Medium"/>
              </a:rPr>
              <a:t>Future Trends: LLM </a:t>
            </a:r>
            <a:endParaRPr sz="2000">
              <a:latin typeface="Spectral Medium"/>
              <a:ea typeface="Spectral Medium"/>
              <a:cs typeface="Spectral Medium"/>
              <a:sym typeface="Spectral Medium"/>
            </a:endParaRPr>
          </a:p>
        </p:txBody>
      </p:sp>
      <p:cxnSp>
        <p:nvCxnSpPr>
          <p:cNvPr id="193" name="Google Shape;193;p24"/>
          <p:cNvCxnSpPr/>
          <p:nvPr/>
        </p:nvCxnSpPr>
        <p:spPr>
          <a:xfrm rot="10800000">
            <a:off x="2418596" y="660708"/>
            <a:ext cx="4363800" cy="12600"/>
          </a:xfrm>
          <a:prstGeom prst="straightConnector1">
            <a:avLst/>
          </a:prstGeom>
          <a:noFill/>
          <a:ln cap="flat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24"/>
          <p:cNvSpPr txBox="1"/>
          <p:nvPr/>
        </p:nvSpPr>
        <p:spPr>
          <a:xfrm>
            <a:off x="601775" y="1578265"/>
            <a:ext cx="4582500" cy="2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Advancement in Reasoning &amp; Multimodality</a:t>
            </a:r>
            <a:br>
              <a:rPr lang="en-US" sz="12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</a:br>
            <a:r>
              <a:rPr lang="en-US" sz="12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 </a:t>
            </a:r>
            <a:endParaRPr sz="1200">
              <a:solidFill>
                <a:schemeClr val="lt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Unified AI Platforms</a:t>
            </a:r>
            <a:br>
              <a:rPr lang="en-US" sz="12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</a:br>
            <a:r>
              <a:rPr lang="en-US" sz="12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 </a:t>
            </a:r>
            <a:endParaRPr sz="1200">
              <a:solidFill>
                <a:schemeClr val="lt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Expansion of Context Windows</a:t>
            </a:r>
            <a:br>
              <a:rPr lang="en-US" sz="12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</a:br>
            <a:r>
              <a:rPr lang="en-US" sz="12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 </a:t>
            </a:r>
            <a:endParaRPr sz="1200">
              <a:solidFill>
                <a:schemeClr val="lt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-US" sz="12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AI-as-a-Service Growth</a:t>
            </a:r>
            <a:br>
              <a:rPr lang="en-US" sz="12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</a:br>
            <a:r>
              <a:rPr lang="en-US" sz="1200">
                <a:solidFill>
                  <a:schemeClr val="lt1"/>
                </a:solidFill>
                <a:latin typeface="Spectral Medium"/>
                <a:ea typeface="Spectral Medium"/>
                <a:cs typeface="Spectral Medium"/>
                <a:sym typeface="Spectral Medium"/>
              </a:rPr>
              <a:t> </a:t>
            </a:r>
            <a:endParaRPr sz="1200">
              <a:solidFill>
                <a:schemeClr val="lt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pectral Medium"/>
              <a:ea typeface="Spectral Medium"/>
              <a:cs typeface="Spectral Medium"/>
              <a:sym typeface="Spectral Medium"/>
            </a:endParaRPr>
          </a:p>
        </p:txBody>
      </p:sp>
      <p:pic>
        <p:nvPicPr>
          <p:cNvPr id="195" name="Google Shape;19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5791" y="1137375"/>
            <a:ext cx="4582499" cy="2971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se pointints into an interactive image " id="200" name="Google Shape;20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8500" y="253850"/>
            <a:ext cx="5496975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5"/>
          <p:cNvPicPr preferRelativeResize="0"/>
          <p:nvPr/>
        </p:nvPicPr>
        <p:blipFill rotWithShape="1">
          <a:blip r:embed="rId5">
            <a:alphaModFix/>
          </a:blip>
          <a:srcRect b="15215" l="10" r="-10" t="7588"/>
          <a:stretch/>
        </p:blipFill>
        <p:spPr>
          <a:xfrm>
            <a:off x="6142163" y="349521"/>
            <a:ext cx="180975" cy="30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se points as flowchart or image or any attractive design" id="207" name="Google Shape;20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2287" y="807250"/>
            <a:ext cx="3185325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/>
          <p:nvPr/>
        </p:nvSpPr>
        <p:spPr>
          <a:xfrm>
            <a:off x="5373675" y="171425"/>
            <a:ext cx="12264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ectral"/>
              <a:buChar char="-"/>
            </a:pPr>
            <a:r>
              <a:rPr lang="en-US" sz="2000">
                <a:solidFill>
                  <a:schemeClr val="lt1"/>
                </a:solidFill>
                <a:latin typeface="Spectral"/>
                <a:ea typeface="Spectral"/>
                <a:cs typeface="Spectral"/>
                <a:sym typeface="Spectral"/>
              </a:rPr>
              <a:t>LLM</a:t>
            </a:r>
            <a:endParaRPr sz="2000">
              <a:solidFill>
                <a:schemeClr val="lt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"/>
          <p:cNvSpPr txBox="1"/>
          <p:nvPr>
            <p:ph type="title"/>
          </p:nvPr>
        </p:nvSpPr>
        <p:spPr>
          <a:xfrm>
            <a:off x="500538" y="2228820"/>
            <a:ext cx="2650475" cy="6840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4_Divider Slide">
  <a:themeElements>
    <a:clrScheme name="TCS New Color Palette">
      <a:dk1>
        <a:srgbClr val="000000"/>
      </a:dk1>
      <a:lt1>
        <a:srgbClr val="FFFFFF"/>
      </a:lt1>
      <a:dk2>
        <a:srgbClr val="1E2323"/>
      </a:dk2>
      <a:lt2>
        <a:srgbClr val="F4F3F9"/>
      </a:lt2>
      <a:accent1>
        <a:srgbClr val="64E6E1"/>
      </a:accent1>
      <a:accent2>
        <a:srgbClr val="007DC5"/>
      </a:accent2>
      <a:accent3>
        <a:srgbClr val="4D2F9E"/>
      </a:accent3>
      <a:accent4>
        <a:srgbClr val="BE0046"/>
      </a:accent4>
      <a:accent5>
        <a:srgbClr val="EB5000"/>
      </a:accent5>
      <a:accent6>
        <a:srgbClr val="FFE600"/>
      </a:accent6>
      <a:hlink>
        <a:srgbClr val="007DC5"/>
      </a:hlink>
      <a:folHlink>
        <a:srgbClr val="005B9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itle Slide Blank_1">
  <a:themeElements>
    <a:clrScheme name="TCS New Color Palette">
      <a:dk1>
        <a:srgbClr val="000000"/>
      </a:dk1>
      <a:lt1>
        <a:srgbClr val="FFFFFF"/>
      </a:lt1>
      <a:dk2>
        <a:srgbClr val="1E2323"/>
      </a:dk2>
      <a:lt2>
        <a:srgbClr val="F4F3F9"/>
      </a:lt2>
      <a:accent1>
        <a:srgbClr val="64E6E1"/>
      </a:accent1>
      <a:accent2>
        <a:srgbClr val="007DC5"/>
      </a:accent2>
      <a:accent3>
        <a:srgbClr val="4D2F9E"/>
      </a:accent3>
      <a:accent4>
        <a:srgbClr val="BE0046"/>
      </a:accent4>
      <a:accent5>
        <a:srgbClr val="EB5000"/>
      </a:accent5>
      <a:accent6>
        <a:srgbClr val="FFE600"/>
      </a:accent6>
      <a:hlink>
        <a:srgbClr val="007DC5"/>
      </a:hlink>
      <a:folHlink>
        <a:srgbClr val="005B9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4_Divider Slide">
  <a:themeElements>
    <a:clrScheme name="TCS New Color Palette">
      <a:dk1>
        <a:srgbClr val="000000"/>
      </a:dk1>
      <a:lt1>
        <a:srgbClr val="FFFFFF"/>
      </a:lt1>
      <a:dk2>
        <a:srgbClr val="1E2323"/>
      </a:dk2>
      <a:lt2>
        <a:srgbClr val="F4F3F9"/>
      </a:lt2>
      <a:accent1>
        <a:srgbClr val="64E6E1"/>
      </a:accent1>
      <a:accent2>
        <a:srgbClr val="007DC5"/>
      </a:accent2>
      <a:accent3>
        <a:srgbClr val="4D2F9E"/>
      </a:accent3>
      <a:accent4>
        <a:srgbClr val="BE0046"/>
      </a:accent4>
      <a:accent5>
        <a:srgbClr val="EB5000"/>
      </a:accent5>
      <a:accent6>
        <a:srgbClr val="FFE600"/>
      </a:accent6>
      <a:hlink>
        <a:srgbClr val="007DC5"/>
      </a:hlink>
      <a:folHlink>
        <a:srgbClr val="005B9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5_Thank you Slide">
  <a:themeElements>
    <a:clrScheme name="TCS New Color Palette">
      <a:dk1>
        <a:srgbClr val="000000"/>
      </a:dk1>
      <a:lt1>
        <a:srgbClr val="FFFFFF"/>
      </a:lt1>
      <a:dk2>
        <a:srgbClr val="1E2323"/>
      </a:dk2>
      <a:lt2>
        <a:srgbClr val="F4F3F9"/>
      </a:lt2>
      <a:accent1>
        <a:srgbClr val="64E6E1"/>
      </a:accent1>
      <a:accent2>
        <a:srgbClr val="007DC5"/>
      </a:accent2>
      <a:accent3>
        <a:srgbClr val="4D2F9E"/>
      </a:accent3>
      <a:accent4>
        <a:srgbClr val="BE0046"/>
      </a:accent4>
      <a:accent5>
        <a:srgbClr val="EB5000"/>
      </a:accent5>
      <a:accent6>
        <a:srgbClr val="FFE600"/>
      </a:accent6>
      <a:hlink>
        <a:srgbClr val="007DC5"/>
      </a:hlink>
      <a:folHlink>
        <a:srgbClr val="005B9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